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customXml/itemProps1.xml" ContentType="application/vnd.openxmlformats-officedocument.customXmlPropertie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customXml/itemProps2.xml" ContentType="application/vnd.openxmlformats-officedocument.customXmlProperti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36"/>
  </p:notesMasterIdLst>
  <p:handoutMasterIdLst>
    <p:handoutMasterId r:id="rId37"/>
  </p:handoutMasterIdLst>
  <p:sldIdLst>
    <p:sldId id="293" r:id="rId2"/>
    <p:sldId id="353" r:id="rId3"/>
    <p:sldId id="319" r:id="rId4"/>
    <p:sldId id="354" r:id="rId5"/>
    <p:sldId id="326" r:id="rId6"/>
    <p:sldId id="355" r:id="rId7"/>
    <p:sldId id="358" r:id="rId8"/>
    <p:sldId id="356" r:id="rId9"/>
    <p:sldId id="357" r:id="rId10"/>
    <p:sldId id="362" r:id="rId11"/>
    <p:sldId id="360" r:id="rId12"/>
    <p:sldId id="328" r:id="rId13"/>
    <p:sldId id="331" r:id="rId14"/>
    <p:sldId id="332" r:id="rId15"/>
    <p:sldId id="333" r:id="rId16"/>
    <p:sldId id="361" r:id="rId17"/>
    <p:sldId id="334" r:id="rId18"/>
    <p:sldId id="339" r:id="rId19"/>
    <p:sldId id="340" r:id="rId20"/>
    <p:sldId id="341" r:id="rId21"/>
    <p:sldId id="345" r:id="rId22"/>
    <p:sldId id="342" r:id="rId23"/>
    <p:sldId id="343" r:id="rId24"/>
    <p:sldId id="352" r:id="rId25"/>
    <p:sldId id="350" r:id="rId26"/>
    <p:sldId id="346" r:id="rId27"/>
    <p:sldId id="347" r:id="rId28"/>
    <p:sldId id="348" r:id="rId29"/>
    <p:sldId id="349" r:id="rId30"/>
    <p:sldId id="351" r:id="rId31"/>
    <p:sldId id="335" r:id="rId32"/>
    <p:sldId id="338" r:id="rId33"/>
    <p:sldId id="344" r:id="rId34"/>
    <p:sldId id="303" r:id="rId35"/>
  </p:sldIdLst>
  <p:sldSz cx="9144000" cy="6858000" type="screen4x3"/>
  <p:notesSz cx="6858000" cy="9945688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400" kern="1200">
        <a:solidFill>
          <a:srgbClr val="4D4D4D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400" kern="1200">
        <a:solidFill>
          <a:srgbClr val="4D4D4D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400" kern="1200">
        <a:solidFill>
          <a:srgbClr val="4D4D4D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400" kern="1200">
        <a:solidFill>
          <a:srgbClr val="4D4D4D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400" kern="1200">
        <a:solidFill>
          <a:srgbClr val="4D4D4D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4D4D4D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4D4D4D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4D4D4D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4D4D4D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53AAD5"/>
    <a:srgbClr val="9ACDE6"/>
    <a:srgbClr val="00CC99"/>
    <a:srgbClr val="6699FF"/>
    <a:srgbClr val="FFCC66"/>
    <a:srgbClr val="FFFF99"/>
    <a:srgbClr val="336699"/>
    <a:srgbClr val="CCFF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-1038" y="-84"/>
      </p:cViewPr>
      <p:guideLst>
        <p:guide orient="horz" pos="3269"/>
        <p:guide orient="horz" pos="4128"/>
        <p:guide orient="horz" pos="3629"/>
        <p:guide orient="horz" pos="39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9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80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9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880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D02B840D-CC4D-4E1D-B3B6-37EDAE4984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710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0"/>
            <a:r>
              <a:rPr lang="en-US" altLang="en-US" smtClean="0"/>
              <a:t>Second level</a:t>
            </a:r>
          </a:p>
          <a:p>
            <a:pPr lvl="0"/>
            <a:r>
              <a:rPr lang="en-US" altLang="en-US" smtClean="0"/>
              <a:t>Third level</a:t>
            </a:r>
          </a:p>
          <a:p>
            <a:pPr lvl="0"/>
            <a:r>
              <a:rPr lang="en-US" altLang="en-US" smtClean="0"/>
              <a:t>Fourth level</a:t>
            </a:r>
          </a:p>
          <a:p>
            <a:pPr lvl="0"/>
            <a:r>
              <a:rPr lang="en-US" altLang="en-US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10401046-51A4-41FA-8C2B-517B284D86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DFF011-F98D-4A91-8462-A42D40B39AA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550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92320A-29A9-49E5-B052-A81CB07BEF10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587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7D639C-0B0F-4EEB-8459-846E4EC1052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570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8B2B73-DA79-446E-9E3B-56FB9786595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792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E9CA3-CDA2-4D71-9044-D7F4E0EAE92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591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5EE718-51DD-4C68-91A4-5E5E116FF636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65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45B17F-AA16-457F-9D2D-6B7B7F8A334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611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95B561-F912-472E-A274-64BC3CDE4AC2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632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822E90-1469-44A4-A930-F946694553C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734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477919-F10B-4CF2-AD8E-F54EED5EAE5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693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25072E-638D-4C0F-98A8-FB836E7F28C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4956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EC6EA3-2F51-4171-9D20-9A805B108A7F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038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8F94D2-4D81-4005-B256-8A21AB498983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058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AAD320-366B-43E9-8212-C54CDE4538E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079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2CC455-2D4F-4C49-AC04-615C5FEE94D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713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1454BD-54E0-449C-B7EE-6216A65D39D1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120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333ECF-B2DA-4065-B089-4339689DC453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242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BCCF81-A171-46DB-8A27-918439ABFD4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263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38C38E-220C-416F-B6EF-C19E9E165BF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28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1E21B7-C112-4DE5-A029-CF8DD1A5AE17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365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804A59-602E-4C68-8E60-09128071673B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304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DCB021-C684-4D68-8B56-2485254C3303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324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pt-BR" sz="800" b="1"/>
              <a:t>PARAM_NAME</a:t>
            </a:r>
            <a:r>
              <a:rPr lang="pt-BR" sz="800"/>
              <a:t> é Nome do parâmetro/campo que será atualizado na tabela dependendo do modelo a ser configurado. Os únicos valores possíveis, são:</a:t>
            </a:r>
          </a:p>
          <a:p>
            <a:pPr>
              <a:lnSpc>
                <a:spcPct val="80000"/>
              </a:lnSpc>
            </a:pPr>
            <a:endParaRPr lang="pt-BR" sz="800" b="1" i="1"/>
          </a:p>
          <a:p>
            <a:pPr>
              <a:lnSpc>
                <a:spcPct val="80000"/>
              </a:lnSpc>
            </a:pPr>
            <a:r>
              <a:rPr lang="pt-BR" sz="800" b="1" i="1"/>
              <a:t>Parâmetros de valor Numérico (INT)</a:t>
            </a:r>
            <a:endParaRPr lang="pt-BR" sz="800"/>
          </a:p>
          <a:p>
            <a:pPr>
              <a:lnSpc>
                <a:spcPct val="80000"/>
              </a:lnSpc>
            </a:pPr>
            <a:r>
              <a:rPr lang="pt-BR" sz="800"/>
              <a:t>Package_id (PACKAGE_DEFINITIONS_REF.package_id),  enviado para todos os modelos</a:t>
            </a:r>
            <a:endParaRPr lang="en-US" sz="800"/>
          </a:p>
          <a:p>
            <a:pPr>
              <a:lnSpc>
                <a:spcPct val="80000"/>
              </a:lnSpc>
            </a:pPr>
            <a:r>
              <a:rPr lang="en-US" sz="800"/>
              <a:t>Component_id (COMPONENT_DEFINITION_REF.component_id), apenas no caso do Flex de Franquia</a:t>
            </a:r>
            <a:endParaRPr lang="es-ES" sz="800"/>
          </a:p>
          <a:p>
            <a:pPr>
              <a:lnSpc>
                <a:spcPct val="80000"/>
              </a:lnSpc>
            </a:pPr>
            <a:r>
              <a:rPr lang="es-ES" sz="800"/>
              <a:t>Corridor_plan_id (CORRIDOR_PLAN_ID_REF.corridor_plan_id), apenas no caso do modelo Predileto</a:t>
            </a:r>
            <a:endParaRPr lang="pt-BR" sz="800"/>
          </a:p>
          <a:p>
            <a:pPr>
              <a:lnSpc>
                <a:spcPct val="80000"/>
              </a:lnSpc>
            </a:pPr>
            <a:r>
              <a:rPr lang="pt-BR" sz="800"/>
              <a:t>Message_id (CONF_MESSAGE.client_msg_id)</a:t>
            </a:r>
            <a:endParaRPr lang="es-ES" sz="800"/>
          </a:p>
          <a:p>
            <a:pPr>
              <a:lnSpc>
                <a:spcPct val="80000"/>
              </a:lnSpc>
            </a:pPr>
            <a:r>
              <a:rPr lang="es-ES" sz="800"/>
              <a:t>Model_id (CONF_MODEL.model_id)</a:t>
            </a:r>
            <a:endParaRPr lang="pt-BR" sz="800"/>
          </a:p>
          <a:p>
            <a:pPr>
              <a:lnSpc>
                <a:spcPct val="80000"/>
              </a:lnSpc>
            </a:pPr>
            <a:r>
              <a:rPr lang="pt-BR" sz="800"/>
              <a:t>Rollover 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Meses_ rollover 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Flag_ dados 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JNL_CODE_ID_UC(campo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JNL_CODE_ID_RC_FAT(campo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JNL_CODE_ID_RC_ARR(campo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JNL_CODE_ID_DESC(campo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JNL_CODE_ID_FIXA(campo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JNL_CODE_ID_MOVEL(campo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JNL_CODE_ID_BITRIB_COM_VELOX (Campo enviado na chamado do WS), apenas para o modelo Convergente</a:t>
            </a:r>
          </a:p>
          <a:p>
            <a:pPr>
              <a:lnSpc>
                <a:spcPct val="80000"/>
              </a:lnSpc>
            </a:pPr>
            <a:r>
              <a:rPr lang="pt-BR" sz="800"/>
              <a:t>JNL_CODE_ID_BITRIB_SEM_VELOX (Campo enviado na chamado do WS), apenas para o modelo Convergente</a:t>
            </a:r>
          </a:p>
          <a:p>
            <a:pPr>
              <a:lnSpc>
                <a:spcPct val="80000"/>
              </a:lnSpc>
            </a:pPr>
            <a:r>
              <a:rPr lang="pt-BR" sz="800"/>
              <a:t>PS: Através da informação do package_id ou component_id, a procedure de configuração customizada acessará os outros Ids como discount_id, element_id, etc </a:t>
            </a:r>
          </a:p>
          <a:p>
            <a:pPr>
              <a:lnSpc>
                <a:spcPct val="80000"/>
              </a:lnSpc>
            </a:pPr>
            <a:endParaRPr lang="pt-BR" sz="800" b="1" i="1"/>
          </a:p>
          <a:p>
            <a:pPr>
              <a:lnSpc>
                <a:spcPct val="80000"/>
              </a:lnSpc>
            </a:pPr>
            <a:r>
              <a:rPr lang="pt-BR" sz="800" b="1" i="1"/>
              <a:t>Parâmetros de valor Texto (Char)</a:t>
            </a:r>
            <a:endParaRPr lang="pt-BR" sz="800"/>
          </a:p>
          <a:p>
            <a:pPr>
              <a:lnSpc>
                <a:spcPct val="80000"/>
              </a:lnSpc>
            </a:pPr>
            <a:r>
              <a:rPr lang="pt-BR" sz="800"/>
              <a:t>Desc_ fatura (campo enviado na chamado do WS)</a:t>
            </a:r>
          </a:p>
          <a:p>
            <a:pPr>
              <a:lnSpc>
                <a:spcPct val="80000"/>
              </a:lnSpc>
            </a:pPr>
            <a:r>
              <a:rPr lang="pt-BR" sz="800"/>
              <a:t>UF, no caso dos modelos de crédito nível conta apenas e associado ao package_id na tabela. Exemplo:</a:t>
            </a:r>
            <a:endParaRPr lang="en-US" sz="800"/>
          </a:p>
          <a:p>
            <a:pPr>
              <a:lnSpc>
                <a:spcPct val="80000"/>
              </a:lnSpc>
            </a:pPr>
            <a:r>
              <a:rPr lang="en-US" sz="800"/>
              <a:t>        </a:t>
            </a:r>
            <a:r>
              <a:rPr lang="en-US" sz="800" b="1" i="1"/>
              <a:t>PARAM_NAME            INT_VALUE                  CHAR_VALUE</a:t>
            </a:r>
          </a:p>
          <a:p>
            <a:pPr>
              <a:lnSpc>
                <a:spcPct val="80000"/>
              </a:lnSpc>
            </a:pPr>
            <a:r>
              <a:rPr lang="en-US" sz="800" b="1" i="1"/>
              <a:t>       Package_id                  &lt;id do pacote&gt;             &lt;UF&gt;</a:t>
            </a:r>
          </a:p>
          <a:p>
            <a:pPr>
              <a:lnSpc>
                <a:spcPct val="80000"/>
              </a:lnSpc>
            </a:pPr>
            <a:r>
              <a:rPr lang="en-US" sz="800" b="1" i="1"/>
              <a:t>       Package_id                  &lt;id do pacote&gt;             &lt;UF&gt;</a:t>
            </a:r>
            <a:endParaRPr lang="en-US" sz="800"/>
          </a:p>
          <a:p>
            <a:pPr>
              <a:lnSpc>
                <a:spcPct val="80000"/>
              </a:lnSpc>
            </a:pPr>
            <a:r>
              <a:rPr lang="en-US" sz="800"/>
              <a:t>      …</a:t>
            </a:r>
            <a:endParaRPr lang="en-US" sz="800" b="1" i="1"/>
          </a:p>
          <a:p>
            <a:pPr>
              <a:lnSpc>
                <a:spcPct val="80000"/>
              </a:lnSpc>
            </a:pPr>
            <a:r>
              <a:rPr lang="en-US" sz="800" b="1" i="1"/>
              <a:t>      Package_id                  &lt;id do pacote&gt;             &lt;UF&gt;</a:t>
            </a:r>
            <a:r>
              <a:rPr lang="en-US" sz="800"/>
              <a:t>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F0DE10-97E1-4FB4-9823-B84B56324189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5529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7D9721-9C65-40A3-830F-93E740B072F7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46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0C8A0F-EFCD-42CF-8DB1-37EA0D40262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386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3864FA-9BA1-4417-8C65-8013CD5969EA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40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BA5D7F-60FA-4F69-B160-F9AB2780470A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5427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1855BE-4C10-42FD-8964-A3335B36F05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44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4432E7-7ADF-44C0-BB0F-6DA9D8CC29AB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548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2048B-3062-4015-AA8D-0033DE6331B6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140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FA31CA-55F9-42E2-8631-FC61F9BDA2E7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222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400"/>
            <a:ext cx="5486400" cy="4475163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452F71-B975-44FE-AE23-82200845F3C6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5345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42" name="Rectangle 3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pic>
        <p:nvPicPr>
          <p:cNvPr id="324777" name="Picture 169" descr="Set-12-00076"/>
          <p:cNvPicPr>
            <a:picLocks noChangeAspect="1" noChangeArrowheads="1"/>
          </p:cNvPicPr>
          <p:nvPr userDrawn="1"/>
        </p:nvPicPr>
        <p:blipFill>
          <a:blip r:embed="rId2" cstate="print"/>
          <a:srcRect b="7341"/>
          <a:stretch>
            <a:fillRect/>
          </a:stretch>
        </p:blipFill>
        <p:spPr bwMode="auto">
          <a:xfrm>
            <a:off x="0" y="465138"/>
            <a:ext cx="5180013" cy="6403975"/>
          </a:xfrm>
          <a:prstGeom prst="rect">
            <a:avLst/>
          </a:prstGeom>
          <a:noFill/>
        </p:spPr>
      </p:pic>
      <p:pic>
        <p:nvPicPr>
          <p:cNvPr id="324778" name="Picture 170" descr="tagline+Logo-bi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1050" y="677863"/>
            <a:ext cx="2487613" cy="1028700"/>
          </a:xfrm>
          <a:prstGeom prst="rect">
            <a:avLst/>
          </a:prstGeom>
          <a:noFill/>
        </p:spPr>
      </p:pic>
      <p:sp>
        <p:nvSpPr>
          <p:cNvPr id="324780" name="Rectangle 172"/>
          <p:cNvSpPr>
            <a:spLocks noChangeArrowheads="1"/>
          </p:cNvSpPr>
          <p:nvPr userDrawn="1"/>
        </p:nvSpPr>
        <p:spPr bwMode="auto">
          <a:xfrm>
            <a:off x="0" y="4554538"/>
            <a:ext cx="9144000" cy="14859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324783" name="Rectangle 175"/>
          <p:cNvSpPr>
            <a:spLocks noChangeArrowheads="1"/>
          </p:cNvSpPr>
          <p:nvPr userDrawn="1"/>
        </p:nvSpPr>
        <p:spPr bwMode="auto">
          <a:xfrm>
            <a:off x="0" y="5189538"/>
            <a:ext cx="9144000" cy="1363662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endParaRPr lang="pt-BR"/>
          </a:p>
        </p:txBody>
      </p:sp>
      <p:sp>
        <p:nvSpPr>
          <p:cNvPr id="324645" name="Rectangle 37"/>
          <p:cNvSpPr>
            <a:spLocks noGrp="1" noChangeArrowheads="1"/>
          </p:cNvSpPr>
          <p:nvPr>
            <p:ph type="ctrTitle"/>
          </p:nvPr>
        </p:nvSpPr>
        <p:spPr bwMode="auto">
          <a:xfrm>
            <a:off x="0" y="5189538"/>
            <a:ext cx="8918575" cy="844550"/>
          </a:xfrm>
          <a:noFill/>
        </p:spPr>
        <p:txBody>
          <a:bodyPr lIns="720000" tIns="180000" rIns="540000" anchor="t"/>
          <a:lstStyle>
            <a:lvl1pPr marL="0">
              <a:lnSpc>
                <a:spcPct val="87000"/>
              </a:lnSpc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24646" name="Rectangle 38"/>
          <p:cNvSpPr>
            <a:spLocks noGrp="1" noChangeArrowheads="1"/>
          </p:cNvSpPr>
          <p:nvPr>
            <p:ph type="subTitle" idx="1"/>
          </p:nvPr>
        </p:nvSpPr>
        <p:spPr>
          <a:xfrm>
            <a:off x="0" y="6003925"/>
            <a:ext cx="8928100" cy="549275"/>
          </a:xfrm>
        </p:spPr>
        <p:txBody>
          <a:bodyPr lIns="720000" rIns="54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0F880F-B536-4455-A7DA-7ECB031A1F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CB8175-C318-43CD-9DE0-602E91D929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5175" y="1295400"/>
            <a:ext cx="3732213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95400"/>
            <a:ext cx="37338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D3CB38-7FE9-4C76-87F8-F7ED711B6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EC0FC9-4929-4074-8056-D03BD26490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3BFC11-F39B-46BA-847E-52807734F2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E3E809-6E75-4445-96FD-C36771D036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2F7997-358C-4F38-945C-F64548605E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DEA6A8F-5BC0-4C25-B178-7F0034447F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9FCB9-950C-472F-AC95-BE7862784D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46050"/>
            <a:ext cx="2286000" cy="6137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46050"/>
            <a:ext cx="6705600" cy="61372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C775BB-4385-45EA-83CA-ECF3800F18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0" y="146050"/>
            <a:ext cx="9144000" cy="6137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79400" y="6451600"/>
            <a:ext cx="965200" cy="280988"/>
          </a:xfrm>
        </p:spPr>
        <p:txBody>
          <a:bodyPr/>
          <a:lstStyle>
            <a:lvl1pPr>
              <a:defRPr/>
            </a:lvl1pPr>
          </a:lstStyle>
          <a:p>
            <a:fld id="{7ACDDBDD-60FC-4B49-AE3D-B30E5DAE0C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050"/>
            <a:ext cx="9144000" cy="8493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5175" y="1295400"/>
            <a:ext cx="3732213" cy="4987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95400"/>
            <a:ext cx="3733800" cy="4987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279400" y="6451600"/>
            <a:ext cx="965200" cy="280988"/>
          </a:xfrm>
        </p:spPr>
        <p:txBody>
          <a:bodyPr/>
          <a:lstStyle>
            <a:lvl1pPr>
              <a:defRPr/>
            </a:lvl1pPr>
          </a:lstStyle>
          <a:p>
            <a:fld id="{0FB319A6-A77C-4D9A-B610-993A7BD1BA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050"/>
            <a:ext cx="9144000" cy="8493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5175" y="1295400"/>
            <a:ext cx="3732213" cy="4987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9788" y="1295400"/>
            <a:ext cx="3733800" cy="2417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9788" y="3865563"/>
            <a:ext cx="3733800" cy="24177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79400" y="6451600"/>
            <a:ext cx="965200" cy="280988"/>
          </a:xfrm>
        </p:spPr>
        <p:txBody>
          <a:bodyPr/>
          <a:lstStyle>
            <a:lvl1pPr>
              <a:defRPr/>
            </a:lvl1pPr>
          </a:lstStyle>
          <a:p>
            <a:fld id="{8B8D3E39-8B64-48CF-B300-1D03CBCE4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20" name="Rectangle 36"/>
          <p:cNvSpPr>
            <a:spLocks noChangeArrowheads="1"/>
          </p:cNvSpPr>
          <p:nvPr/>
        </p:nvSpPr>
        <p:spPr bwMode="auto">
          <a:xfrm>
            <a:off x="0" y="6451600"/>
            <a:ext cx="9144000" cy="2762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 w="19050" algn="ctr">
            <a:noFill/>
            <a:miter lim="800000"/>
            <a:headEnd/>
            <a:tailEnd/>
          </a:ln>
          <a:effectLst/>
        </p:spPr>
        <p:txBody>
          <a:bodyPr lIns="0" tIns="46493" rIns="92985" bIns="46493" anchor="ctr"/>
          <a:lstStyle/>
          <a:p>
            <a:pPr algn="ctr">
              <a:spcBef>
                <a:spcPct val="0"/>
              </a:spcBef>
            </a:pPr>
            <a:r>
              <a:rPr lang="en-US" sz="1600" b="1">
                <a:solidFill>
                  <a:schemeClr val="tx1"/>
                </a:solidFill>
                <a:cs typeface="Arial" charset="0"/>
              </a:rPr>
              <a:t> </a:t>
            </a:r>
          </a:p>
        </p:txBody>
      </p:sp>
      <p:sp>
        <p:nvSpPr>
          <p:cNvPr id="323621" name="Text Box 37"/>
          <p:cNvSpPr txBox="1">
            <a:spLocks noChangeArrowheads="1"/>
          </p:cNvSpPr>
          <p:nvPr/>
        </p:nvSpPr>
        <p:spPr bwMode="white">
          <a:xfrm>
            <a:off x="4859338" y="6456363"/>
            <a:ext cx="4284662" cy="269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 lIns="0" tIns="0" rIns="360000" bIns="0" anchor="ctr"/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lang="pt-BR" sz="1600" dirty="0">
                <a:solidFill>
                  <a:schemeClr val="bg1"/>
                </a:solidFill>
                <a:cs typeface="Arial" charset="0"/>
              </a:rPr>
              <a:t>Configurador </a:t>
            </a:r>
            <a:r>
              <a:rPr lang="pt-BR" sz="1600" dirty="0" smtClean="0">
                <a:solidFill>
                  <a:schemeClr val="bg1"/>
                </a:solidFill>
                <a:cs typeface="Arial" charset="0"/>
              </a:rPr>
              <a:t>de benefícios - Kenan FX</a:t>
            </a:r>
            <a:endParaRPr lang="en-US" sz="16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323622" name="Rectangle 38"/>
          <p:cNvSpPr>
            <a:spLocks noGrp="1" noChangeArrowheads="1"/>
          </p:cNvSpPr>
          <p:nvPr>
            <p:ph type="title"/>
          </p:nvPr>
        </p:nvSpPr>
        <p:spPr bwMode="gray">
          <a:xfrm>
            <a:off x="0" y="146050"/>
            <a:ext cx="9144000" cy="8493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23623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5175" y="1295400"/>
            <a:ext cx="7618413" cy="498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Introduction level</a:t>
            </a:r>
          </a:p>
          <a:p>
            <a:pPr lvl="1"/>
            <a:r>
              <a:rPr lang="en-US" altLang="en-US" smtClean="0"/>
              <a:t>First level</a:t>
            </a:r>
          </a:p>
          <a:p>
            <a:pPr lvl="2"/>
            <a:r>
              <a:rPr lang="en-US" altLang="en-US" smtClean="0"/>
              <a:t>Second level</a:t>
            </a:r>
          </a:p>
          <a:p>
            <a:pPr lvl="3"/>
            <a:r>
              <a:rPr lang="en-US" altLang="en-US" smtClean="0"/>
              <a:t>Next level</a:t>
            </a:r>
          </a:p>
          <a:p>
            <a:pPr lvl="4"/>
            <a:r>
              <a:rPr lang="en-US" altLang="en-US" smtClean="0"/>
              <a:t>Next level</a:t>
            </a:r>
          </a:p>
        </p:txBody>
      </p:sp>
      <p:sp>
        <p:nvSpPr>
          <p:cNvPr id="323624" name="Rectangle 40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79400" y="6451600"/>
            <a:ext cx="965200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ts val="1300"/>
              </a:lnSpc>
              <a:spcBef>
                <a:spcPct val="0"/>
              </a:spcBef>
              <a:defRPr sz="1200"/>
            </a:lvl1pPr>
          </a:lstStyle>
          <a:p>
            <a:fld id="{3620CEB8-E231-4BE7-81E3-C701645EF4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</p:sldLayoutIdLst>
  <p:transition>
    <p:cut/>
  </p:transition>
  <p:hf hdr="0" ftr="0" dt="0"/>
  <p:txStyles>
    <p:titleStyle>
      <a:lvl1pPr marL="3540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marL="3540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2pPr>
      <a:lvl3pPr marL="3540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3pPr>
      <a:lvl4pPr marL="3540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4pPr>
      <a:lvl5pPr marL="3540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5pPr>
      <a:lvl6pPr marL="8112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6pPr>
      <a:lvl7pPr marL="12684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7pPr>
      <a:lvl8pPr marL="17256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8pPr>
      <a:lvl9pPr marL="2182813" algn="l" rtl="0" fontAlgn="base">
        <a:lnSpc>
          <a:spcPct val="85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Symbol" pitchFamily="18" charset="2"/>
        <a:defRPr sz="2400">
          <a:solidFill>
            <a:srgbClr val="4D4D4D"/>
          </a:solidFill>
          <a:latin typeface="+mn-lt"/>
          <a:ea typeface="+mn-ea"/>
          <a:cs typeface="+mn-cs"/>
        </a:defRPr>
      </a:lvl1pPr>
      <a:lvl2pPr marL="273050" indent="-27146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Symbol" pitchFamily="18" charset="2"/>
        <a:buChar char="·"/>
        <a:defRPr sz="2000">
          <a:solidFill>
            <a:srgbClr val="4D4D4D"/>
          </a:solidFill>
          <a:latin typeface="+mn-lt"/>
          <a:cs typeface="+mn-cs"/>
        </a:defRPr>
      </a:lvl2pPr>
      <a:lvl3pPr marL="546100" indent="-27146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3pPr>
      <a:lvl4pPr marL="806450" indent="-25876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4pPr>
      <a:lvl5pPr marL="1073150" indent="-26511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5pPr>
      <a:lvl6pPr marL="1530350" indent="-26511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6pPr>
      <a:lvl7pPr marL="1987550" indent="-26511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7pPr>
      <a:lvl8pPr marL="2444750" indent="-26511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8pPr>
      <a:lvl9pPr marL="2901950" indent="-265113" algn="l" defTabSz="912813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Symbol" pitchFamily="18" charset="2"/>
        <a:buChar char="·"/>
        <a:defRPr>
          <a:solidFill>
            <a:srgbClr val="4D4D4D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Configurador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/>
              <a:t>b</a:t>
            </a:r>
            <a:r>
              <a:rPr lang="en-US" dirty="0" err="1" smtClean="0"/>
              <a:t>enefícios</a:t>
            </a:r>
            <a:r>
              <a:rPr lang="en-US" dirty="0" smtClean="0"/>
              <a:t> – </a:t>
            </a:r>
            <a:r>
              <a:rPr lang="en-US" dirty="0" err="1" smtClean="0"/>
              <a:t>Kenan</a:t>
            </a:r>
            <a:r>
              <a:rPr lang="en-US" dirty="0" smtClean="0"/>
              <a:t> FX</a:t>
            </a:r>
            <a:endParaRPr lang="en-US" dirty="0"/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pt-BR" sz="2000"/>
          </a:p>
          <a:p>
            <a:pPr>
              <a:lnSpc>
                <a:spcPct val="80000"/>
              </a:lnSpc>
            </a:pPr>
            <a:endParaRPr lang="en-US" sz="20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3636E-64A6-440E-B0D0-A4068EEC4541}" type="slidenum">
              <a:rPr lang="en-US"/>
              <a:pPr/>
              <a:t>2</a:t>
            </a:fld>
            <a:endParaRPr lang="en-US"/>
          </a:p>
        </p:txBody>
      </p:sp>
      <p:pic>
        <p:nvPicPr>
          <p:cNvPr id="553986" name="Picture 2" descr="Set-5-00102"/>
          <p:cNvPicPr>
            <a:picLocks noChangeAspect="1" noChangeArrowheads="1"/>
          </p:cNvPicPr>
          <p:nvPr/>
        </p:nvPicPr>
        <p:blipFill>
          <a:blip r:embed="rId3" cstate="print"/>
          <a:srcRect l="20557" t="5774" r="13904" b="237"/>
          <a:stretch>
            <a:fillRect/>
          </a:stretch>
        </p:blipFill>
        <p:spPr bwMode="auto">
          <a:xfrm>
            <a:off x="5908675" y="658813"/>
            <a:ext cx="3248025" cy="6213475"/>
          </a:xfrm>
          <a:prstGeom prst="rect">
            <a:avLst/>
          </a:prstGeom>
          <a:noFill/>
        </p:spPr>
      </p:pic>
      <p:sp>
        <p:nvSpPr>
          <p:cNvPr id="553987" name="Rectangle 3"/>
          <p:cNvSpPr>
            <a:spLocks noChangeArrowheads="1"/>
          </p:cNvSpPr>
          <p:nvPr/>
        </p:nvSpPr>
        <p:spPr bwMode="auto">
          <a:xfrm>
            <a:off x="1543050" y="0"/>
            <a:ext cx="4859338" cy="685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grpSp>
        <p:nvGrpSpPr>
          <p:cNvPr id="553988" name="Group 4"/>
          <p:cNvGrpSpPr>
            <a:grpSpLocks/>
          </p:cNvGrpSpPr>
          <p:nvPr/>
        </p:nvGrpSpPr>
        <p:grpSpPr bwMode="auto">
          <a:xfrm rot="16200000">
            <a:off x="-736600" y="1990725"/>
            <a:ext cx="3022600" cy="965200"/>
            <a:chOff x="126" y="2035"/>
            <a:chExt cx="4129" cy="1319"/>
          </a:xfrm>
        </p:grpSpPr>
        <p:sp>
          <p:nvSpPr>
            <p:cNvPr id="553989" name="Freeform 5"/>
            <p:cNvSpPr>
              <a:spLocks noEditPoints="1"/>
            </p:cNvSpPr>
            <p:nvPr/>
          </p:nvSpPr>
          <p:spPr bwMode="auto">
            <a:xfrm>
              <a:off x="126" y="2161"/>
              <a:ext cx="770" cy="911"/>
            </a:xfrm>
            <a:custGeom>
              <a:avLst/>
              <a:gdLst/>
              <a:ahLst/>
              <a:cxnLst>
                <a:cxn ang="0">
                  <a:pos x="892" y="2491"/>
                </a:cxn>
                <a:cxn ang="0">
                  <a:pos x="811" y="1876"/>
                </a:cxn>
                <a:cxn ang="0">
                  <a:pos x="730" y="1261"/>
                </a:cxn>
                <a:cxn ang="0">
                  <a:pos x="689" y="952"/>
                </a:cxn>
                <a:cxn ang="0">
                  <a:pos x="651" y="643"/>
                </a:cxn>
                <a:cxn ang="0">
                  <a:pos x="612" y="334"/>
                </a:cxn>
                <a:cxn ang="0">
                  <a:pos x="574" y="25"/>
                </a:cxn>
                <a:cxn ang="0">
                  <a:pos x="563" y="0"/>
                </a:cxn>
                <a:cxn ang="0">
                  <a:pos x="458" y="6"/>
                </a:cxn>
                <a:cxn ang="0">
                  <a:pos x="354" y="9"/>
                </a:cxn>
                <a:cxn ang="0">
                  <a:pos x="343" y="34"/>
                </a:cxn>
                <a:cxn ang="0">
                  <a:pos x="326" y="171"/>
                </a:cxn>
                <a:cxn ang="0">
                  <a:pos x="308" y="309"/>
                </a:cxn>
                <a:cxn ang="0">
                  <a:pos x="291" y="443"/>
                </a:cxn>
                <a:cxn ang="0">
                  <a:pos x="272" y="577"/>
                </a:cxn>
                <a:cxn ang="0">
                  <a:pos x="235" y="846"/>
                </a:cxn>
                <a:cxn ang="0">
                  <a:pos x="196" y="1114"/>
                </a:cxn>
                <a:cxn ang="0">
                  <a:pos x="98" y="1807"/>
                </a:cxn>
                <a:cxn ang="0">
                  <a:pos x="0" y="2500"/>
                </a:cxn>
                <a:cxn ang="0">
                  <a:pos x="6" y="2525"/>
                </a:cxn>
                <a:cxn ang="0">
                  <a:pos x="44" y="2522"/>
                </a:cxn>
                <a:cxn ang="0">
                  <a:pos x="82" y="2519"/>
                </a:cxn>
                <a:cxn ang="0">
                  <a:pos x="157" y="2516"/>
                </a:cxn>
                <a:cxn ang="0">
                  <a:pos x="167" y="2491"/>
                </a:cxn>
                <a:cxn ang="0">
                  <a:pos x="209" y="2123"/>
                </a:cxn>
                <a:cxn ang="0">
                  <a:pos x="231" y="1941"/>
                </a:cxn>
                <a:cxn ang="0">
                  <a:pos x="254" y="1757"/>
                </a:cxn>
                <a:cxn ang="0">
                  <a:pos x="345" y="1754"/>
                </a:cxn>
                <a:cxn ang="0">
                  <a:pos x="436" y="1751"/>
                </a:cxn>
                <a:cxn ang="0">
                  <a:pos x="527" y="1754"/>
                </a:cxn>
                <a:cxn ang="0">
                  <a:pos x="620" y="1757"/>
                </a:cxn>
                <a:cxn ang="0">
                  <a:pos x="663" y="2132"/>
                </a:cxn>
                <a:cxn ang="0">
                  <a:pos x="706" y="2503"/>
                </a:cxn>
                <a:cxn ang="0">
                  <a:pos x="716" y="2528"/>
                </a:cxn>
                <a:cxn ang="0">
                  <a:pos x="801" y="2522"/>
                </a:cxn>
                <a:cxn ang="0">
                  <a:pos x="843" y="2519"/>
                </a:cxn>
                <a:cxn ang="0">
                  <a:pos x="887" y="2519"/>
                </a:cxn>
                <a:cxn ang="0">
                  <a:pos x="892" y="2491"/>
                </a:cxn>
                <a:cxn ang="0">
                  <a:pos x="585" y="1470"/>
                </a:cxn>
                <a:cxn ang="0">
                  <a:pos x="512" y="1473"/>
                </a:cxn>
                <a:cxn ang="0">
                  <a:pos x="438" y="1473"/>
                </a:cxn>
                <a:cxn ang="0">
                  <a:pos x="364" y="1473"/>
                </a:cxn>
                <a:cxn ang="0">
                  <a:pos x="290" y="1470"/>
                </a:cxn>
                <a:cxn ang="0">
                  <a:pos x="445" y="271"/>
                </a:cxn>
                <a:cxn ang="0">
                  <a:pos x="585" y="1470"/>
                </a:cxn>
              </a:cxnLst>
              <a:rect l="0" t="0" r="r" b="b"/>
              <a:pathLst>
                <a:path w="892" h="2528">
                  <a:moveTo>
                    <a:pt x="892" y="2491"/>
                  </a:moveTo>
                  <a:lnTo>
                    <a:pt x="811" y="1876"/>
                  </a:lnTo>
                  <a:lnTo>
                    <a:pt x="730" y="1261"/>
                  </a:lnTo>
                  <a:lnTo>
                    <a:pt x="689" y="952"/>
                  </a:lnTo>
                  <a:lnTo>
                    <a:pt x="651" y="643"/>
                  </a:lnTo>
                  <a:lnTo>
                    <a:pt x="612" y="334"/>
                  </a:lnTo>
                  <a:lnTo>
                    <a:pt x="574" y="25"/>
                  </a:lnTo>
                  <a:lnTo>
                    <a:pt x="563" y="0"/>
                  </a:lnTo>
                  <a:lnTo>
                    <a:pt x="458" y="6"/>
                  </a:lnTo>
                  <a:lnTo>
                    <a:pt x="354" y="9"/>
                  </a:lnTo>
                  <a:lnTo>
                    <a:pt x="343" y="34"/>
                  </a:lnTo>
                  <a:lnTo>
                    <a:pt x="326" y="171"/>
                  </a:lnTo>
                  <a:lnTo>
                    <a:pt x="308" y="309"/>
                  </a:lnTo>
                  <a:lnTo>
                    <a:pt x="291" y="443"/>
                  </a:lnTo>
                  <a:lnTo>
                    <a:pt x="272" y="577"/>
                  </a:lnTo>
                  <a:lnTo>
                    <a:pt x="235" y="846"/>
                  </a:lnTo>
                  <a:lnTo>
                    <a:pt x="196" y="1114"/>
                  </a:lnTo>
                  <a:lnTo>
                    <a:pt x="98" y="1807"/>
                  </a:lnTo>
                  <a:lnTo>
                    <a:pt x="0" y="2500"/>
                  </a:lnTo>
                  <a:lnTo>
                    <a:pt x="6" y="2525"/>
                  </a:lnTo>
                  <a:lnTo>
                    <a:pt x="44" y="2522"/>
                  </a:lnTo>
                  <a:lnTo>
                    <a:pt x="82" y="2519"/>
                  </a:lnTo>
                  <a:lnTo>
                    <a:pt x="157" y="2516"/>
                  </a:lnTo>
                  <a:lnTo>
                    <a:pt x="167" y="2491"/>
                  </a:lnTo>
                  <a:lnTo>
                    <a:pt x="209" y="2123"/>
                  </a:lnTo>
                  <a:lnTo>
                    <a:pt x="231" y="1941"/>
                  </a:lnTo>
                  <a:lnTo>
                    <a:pt x="254" y="1757"/>
                  </a:lnTo>
                  <a:lnTo>
                    <a:pt x="345" y="1754"/>
                  </a:lnTo>
                  <a:lnTo>
                    <a:pt x="436" y="1751"/>
                  </a:lnTo>
                  <a:lnTo>
                    <a:pt x="527" y="1754"/>
                  </a:lnTo>
                  <a:lnTo>
                    <a:pt x="620" y="1757"/>
                  </a:lnTo>
                  <a:lnTo>
                    <a:pt x="663" y="2132"/>
                  </a:lnTo>
                  <a:lnTo>
                    <a:pt x="706" y="2503"/>
                  </a:lnTo>
                  <a:lnTo>
                    <a:pt x="716" y="2528"/>
                  </a:lnTo>
                  <a:lnTo>
                    <a:pt x="801" y="2522"/>
                  </a:lnTo>
                  <a:lnTo>
                    <a:pt x="843" y="2519"/>
                  </a:lnTo>
                  <a:lnTo>
                    <a:pt x="887" y="2519"/>
                  </a:lnTo>
                  <a:lnTo>
                    <a:pt x="892" y="2491"/>
                  </a:lnTo>
                  <a:close/>
                  <a:moveTo>
                    <a:pt x="585" y="1470"/>
                  </a:moveTo>
                  <a:lnTo>
                    <a:pt x="512" y="1473"/>
                  </a:lnTo>
                  <a:lnTo>
                    <a:pt x="438" y="1473"/>
                  </a:lnTo>
                  <a:lnTo>
                    <a:pt x="364" y="1473"/>
                  </a:lnTo>
                  <a:lnTo>
                    <a:pt x="290" y="1470"/>
                  </a:lnTo>
                  <a:lnTo>
                    <a:pt x="445" y="271"/>
                  </a:lnTo>
                  <a:lnTo>
                    <a:pt x="585" y="147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3990" name="Freeform 6"/>
            <p:cNvSpPr>
              <a:spLocks noEditPoints="1"/>
            </p:cNvSpPr>
            <p:nvPr/>
          </p:nvSpPr>
          <p:spPr bwMode="auto">
            <a:xfrm>
              <a:off x="947" y="2359"/>
              <a:ext cx="597" cy="995"/>
            </a:xfrm>
            <a:custGeom>
              <a:avLst/>
              <a:gdLst/>
              <a:ahLst/>
              <a:cxnLst>
                <a:cxn ang="0">
                  <a:pos x="435" y="7"/>
                </a:cxn>
                <a:cxn ang="0">
                  <a:pos x="266" y="10"/>
                </a:cxn>
                <a:cxn ang="0">
                  <a:pos x="168" y="69"/>
                </a:cxn>
                <a:cxn ang="0">
                  <a:pos x="91" y="200"/>
                </a:cxn>
                <a:cxn ang="0">
                  <a:pos x="38" y="397"/>
                </a:cxn>
                <a:cxn ang="0">
                  <a:pos x="17" y="668"/>
                </a:cxn>
                <a:cxn ang="0">
                  <a:pos x="40" y="937"/>
                </a:cxn>
                <a:cxn ang="0">
                  <a:pos x="97" y="1115"/>
                </a:cxn>
                <a:cxn ang="0">
                  <a:pos x="59" y="1567"/>
                </a:cxn>
                <a:cxn ang="0">
                  <a:pos x="68" y="1820"/>
                </a:cxn>
                <a:cxn ang="0">
                  <a:pos x="11" y="2039"/>
                </a:cxn>
                <a:cxn ang="0">
                  <a:pos x="2" y="2254"/>
                </a:cxn>
                <a:cxn ang="0">
                  <a:pos x="22" y="2429"/>
                </a:cxn>
                <a:cxn ang="0">
                  <a:pos x="95" y="2616"/>
                </a:cxn>
                <a:cxn ang="0">
                  <a:pos x="180" y="2710"/>
                </a:cxn>
                <a:cxn ang="0">
                  <a:pos x="328" y="2763"/>
                </a:cxn>
                <a:cxn ang="0">
                  <a:pos x="469" y="2719"/>
                </a:cxn>
                <a:cxn ang="0">
                  <a:pos x="570" y="2601"/>
                </a:cxn>
                <a:cxn ang="0">
                  <a:pos x="645" y="2392"/>
                </a:cxn>
                <a:cxn ang="0">
                  <a:pos x="671" y="2164"/>
                </a:cxn>
                <a:cxn ang="0">
                  <a:pos x="661" y="1951"/>
                </a:cxn>
                <a:cxn ang="0">
                  <a:pos x="618" y="1777"/>
                </a:cxn>
                <a:cxn ang="0">
                  <a:pos x="538" y="1639"/>
                </a:cxn>
                <a:cxn ang="0">
                  <a:pos x="290" y="1477"/>
                </a:cxn>
                <a:cxn ang="0">
                  <a:pos x="352" y="1286"/>
                </a:cxn>
                <a:cxn ang="0">
                  <a:pos x="446" y="1246"/>
                </a:cxn>
                <a:cxn ang="0">
                  <a:pos x="537" y="1124"/>
                </a:cxn>
                <a:cxn ang="0">
                  <a:pos x="593" y="956"/>
                </a:cxn>
                <a:cxn ang="0">
                  <a:pos x="620" y="737"/>
                </a:cxn>
                <a:cxn ang="0">
                  <a:pos x="614" y="497"/>
                </a:cxn>
                <a:cxn ang="0">
                  <a:pos x="584" y="347"/>
                </a:cxn>
                <a:cxn ang="0">
                  <a:pos x="689" y="147"/>
                </a:cxn>
                <a:cxn ang="0">
                  <a:pos x="464" y="818"/>
                </a:cxn>
                <a:cxn ang="0">
                  <a:pos x="425" y="968"/>
                </a:cxn>
                <a:cxn ang="0">
                  <a:pos x="358" y="1043"/>
                </a:cxn>
                <a:cxn ang="0">
                  <a:pos x="257" y="1021"/>
                </a:cxn>
                <a:cxn ang="0">
                  <a:pos x="208" y="937"/>
                </a:cxn>
                <a:cxn ang="0">
                  <a:pos x="171" y="756"/>
                </a:cxn>
                <a:cxn ang="0">
                  <a:pos x="170" y="568"/>
                </a:cxn>
                <a:cxn ang="0">
                  <a:pos x="208" y="362"/>
                </a:cxn>
                <a:cxn ang="0">
                  <a:pos x="271" y="263"/>
                </a:cxn>
                <a:cxn ang="0">
                  <a:pos x="367" y="256"/>
                </a:cxn>
                <a:cxn ang="0">
                  <a:pos x="426" y="337"/>
                </a:cxn>
                <a:cxn ang="0">
                  <a:pos x="466" y="515"/>
                </a:cxn>
                <a:cxn ang="0">
                  <a:pos x="511" y="2282"/>
                </a:cxn>
                <a:cxn ang="0">
                  <a:pos x="476" y="2420"/>
                </a:cxn>
                <a:cxn ang="0">
                  <a:pos x="385" y="2516"/>
                </a:cxn>
                <a:cxn ang="0">
                  <a:pos x="269" y="2504"/>
                </a:cxn>
                <a:cxn ang="0">
                  <a:pos x="194" y="2416"/>
                </a:cxn>
                <a:cxn ang="0">
                  <a:pos x="160" y="2307"/>
                </a:cxn>
                <a:cxn ang="0">
                  <a:pos x="147" y="2129"/>
                </a:cxn>
                <a:cxn ang="0">
                  <a:pos x="170" y="1958"/>
                </a:cxn>
                <a:cxn ang="0">
                  <a:pos x="378" y="1876"/>
                </a:cxn>
                <a:cxn ang="0">
                  <a:pos x="479" y="1995"/>
                </a:cxn>
                <a:cxn ang="0">
                  <a:pos x="514" y="2142"/>
                </a:cxn>
              </a:cxnLst>
              <a:rect l="0" t="0" r="r" b="b"/>
              <a:pathLst>
                <a:path w="693" h="2763">
                  <a:moveTo>
                    <a:pt x="693" y="28"/>
                  </a:moveTo>
                  <a:lnTo>
                    <a:pt x="687" y="3"/>
                  </a:lnTo>
                  <a:lnTo>
                    <a:pt x="632" y="7"/>
                  </a:lnTo>
                  <a:lnTo>
                    <a:pt x="577" y="7"/>
                  </a:lnTo>
                  <a:lnTo>
                    <a:pt x="521" y="10"/>
                  </a:lnTo>
                  <a:lnTo>
                    <a:pt x="466" y="10"/>
                  </a:lnTo>
                  <a:lnTo>
                    <a:pt x="435" y="7"/>
                  </a:lnTo>
                  <a:lnTo>
                    <a:pt x="405" y="3"/>
                  </a:lnTo>
                  <a:lnTo>
                    <a:pt x="375" y="3"/>
                  </a:lnTo>
                  <a:lnTo>
                    <a:pt x="344" y="0"/>
                  </a:lnTo>
                  <a:lnTo>
                    <a:pt x="324" y="0"/>
                  </a:lnTo>
                  <a:lnTo>
                    <a:pt x="304" y="3"/>
                  </a:lnTo>
                  <a:lnTo>
                    <a:pt x="285" y="7"/>
                  </a:lnTo>
                  <a:lnTo>
                    <a:pt x="266" y="10"/>
                  </a:lnTo>
                  <a:lnTo>
                    <a:pt x="257" y="13"/>
                  </a:lnTo>
                  <a:lnTo>
                    <a:pt x="248" y="19"/>
                  </a:lnTo>
                  <a:lnTo>
                    <a:pt x="230" y="25"/>
                  </a:lnTo>
                  <a:lnTo>
                    <a:pt x="212" y="35"/>
                  </a:lnTo>
                  <a:lnTo>
                    <a:pt x="194" y="47"/>
                  </a:lnTo>
                  <a:lnTo>
                    <a:pt x="176" y="63"/>
                  </a:lnTo>
                  <a:lnTo>
                    <a:pt x="168" y="69"/>
                  </a:lnTo>
                  <a:lnTo>
                    <a:pt x="160" y="78"/>
                  </a:lnTo>
                  <a:lnTo>
                    <a:pt x="152" y="91"/>
                  </a:lnTo>
                  <a:lnTo>
                    <a:pt x="144" y="100"/>
                  </a:lnTo>
                  <a:lnTo>
                    <a:pt x="127" y="125"/>
                  </a:lnTo>
                  <a:lnTo>
                    <a:pt x="113" y="153"/>
                  </a:lnTo>
                  <a:lnTo>
                    <a:pt x="98" y="181"/>
                  </a:lnTo>
                  <a:lnTo>
                    <a:pt x="91" y="200"/>
                  </a:lnTo>
                  <a:lnTo>
                    <a:pt x="85" y="216"/>
                  </a:lnTo>
                  <a:lnTo>
                    <a:pt x="71" y="253"/>
                  </a:lnTo>
                  <a:lnTo>
                    <a:pt x="65" y="278"/>
                  </a:lnTo>
                  <a:lnTo>
                    <a:pt x="58" y="300"/>
                  </a:lnTo>
                  <a:lnTo>
                    <a:pt x="48" y="347"/>
                  </a:lnTo>
                  <a:lnTo>
                    <a:pt x="43" y="372"/>
                  </a:lnTo>
                  <a:lnTo>
                    <a:pt x="38" y="397"/>
                  </a:lnTo>
                  <a:lnTo>
                    <a:pt x="34" y="422"/>
                  </a:lnTo>
                  <a:lnTo>
                    <a:pt x="30" y="450"/>
                  </a:lnTo>
                  <a:lnTo>
                    <a:pt x="25" y="503"/>
                  </a:lnTo>
                  <a:lnTo>
                    <a:pt x="22" y="531"/>
                  </a:lnTo>
                  <a:lnTo>
                    <a:pt x="21" y="559"/>
                  </a:lnTo>
                  <a:lnTo>
                    <a:pt x="18" y="612"/>
                  </a:lnTo>
                  <a:lnTo>
                    <a:pt x="17" y="668"/>
                  </a:lnTo>
                  <a:lnTo>
                    <a:pt x="17" y="712"/>
                  </a:lnTo>
                  <a:lnTo>
                    <a:pt x="20" y="756"/>
                  </a:lnTo>
                  <a:lnTo>
                    <a:pt x="22" y="796"/>
                  </a:lnTo>
                  <a:lnTo>
                    <a:pt x="26" y="837"/>
                  </a:lnTo>
                  <a:lnTo>
                    <a:pt x="31" y="878"/>
                  </a:lnTo>
                  <a:lnTo>
                    <a:pt x="38" y="918"/>
                  </a:lnTo>
                  <a:lnTo>
                    <a:pt x="40" y="937"/>
                  </a:lnTo>
                  <a:lnTo>
                    <a:pt x="44" y="956"/>
                  </a:lnTo>
                  <a:lnTo>
                    <a:pt x="53" y="990"/>
                  </a:lnTo>
                  <a:lnTo>
                    <a:pt x="62" y="1024"/>
                  </a:lnTo>
                  <a:lnTo>
                    <a:pt x="67" y="1043"/>
                  </a:lnTo>
                  <a:lnTo>
                    <a:pt x="72" y="1059"/>
                  </a:lnTo>
                  <a:lnTo>
                    <a:pt x="84" y="1087"/>
                  </a:lnTo>
                  <a:lnTo>
                    <a:pt x="97" y="1115"/>
                  </a:lnTo>
                  <a:lnTo>
                    <a:pt x="111" y="1140"/>
                  </a:lnTo>
                  <a:lnTo>
                    <a:pt x="125" y="1165"/>
                  </a:lnTo>
                  <a:lnTo>
                    <a:pt x="140" y="1187"/>
                  </a:lnTo>
                  <a:lnTo>
                    <a:pt x="158" y="1205"/>
                  </a:lnTo>
                  <a:lnTo>
                    <a:pt x="109" y="1386"/>
                  </a:lnTo>
                  <a:lnTo>
                    <a:pt x="85" y="1477"/>
                  </a:lnTo>
                  <a:lnTo>
                    <a:pt x="59" y="1567"/>
                  </a:lnTo>
                  <a:lnTo>
                    <a:pt x="61" y="1611"/>
                  </a:lnTo>
                  <a:lnTo>
                    <a:pt x="95" y="1649"/>
                  </a:lnTo>
                  <a:lnTo>
                    <a:pt x="130" y="1686"/>
                  </a:lnTo>
                  <a:lnTo>
                    <a:pt x="104" y="1736"/>
                  </a:lnTo>
                  <a:lnTo>
                    <a:pt x="91" y="1764"/>
                  </a:lnTo>
                  <a:lnTo>
                    <a:pt x="80" y="1792"/>
                  </a:lnTo>
                  <a:lnTo>
                    <a:pt x="68" y="1820"/>
                  </a:lnTo>
                  <a:lnTo>
                    <a:pt x="58" y="1848"/>
                  </a:lnTo>
                  <a:lnTo>
                    <a:pt x="48" y="1876"/>
                  </a:lnTo>
                  <a:lnTo>
                    <a:pt x="39" y="1905"/>
                  </a:lnTo>
                  <a:lnTo>
                    <a:pt x="30" y="1936"/>
                  </a:lnTo>
                  <a:lnTo>
                    <a:pt x="23" y="1970"/>
                  </a:lnTo>
                  <a:lnTo>
                    <a:pt x="17" y="2004"/>
                  </a:lnTo>
                  <a:lnTo>
                    <a:pt x="11" y="2039"/>
                  </a:lnTo>
                  <a:lnTo>
                    <a:pt x="7" y="2076"/>
                  </a:lnTo>
                  <a:lnTo>
                    <a:pt x="4" y="2117"/>
                  </a:lnTo>
                  <a:lnTo>
                    <a:pt x="3" y="2139"/>
                  </a:lnTo>
                  <a:lnTo>
                    <a:pt x="2" y="2161"/>
                  </a:lnTo>
                  <a:lnTo>
                    <a:pt x="2" y="2182"/>
                  </a:lnTo>
                  <a:lnTo>
                    <a:pt x="0" y="2204"/>
                  </a:lnTo>
                  <a:lnTo>
                    <a:pt x="2" y="2254"/>
                  </a:lnTo>
                  <a:lnTo>
                    <a:pt x="3" y="2279"/>
                  </a:lnTo>
                  <a:lnTo>
                    <a:pt x="6" y="2301"/>
                  </a:lnTo>
                  <a:lnTo>
                    <a:pt x="7" y="2326"/>
                  </a:lnTo>
                  <a:lnTo>
                    <a:pt x="9" y="2348"/>
                  </a:lnTo>
                  <a:lnTo>
                    <a:pt x="12" y="2370"/>
                  </a:lnTo>
                  <a:lnTo>
                    <a:pt x="16" y="2388"/>
                  </a:lnTo>
                  <a:lnTo>
                    <a:pt x="22" y="2429"/>
                  </a:lnTo>
                  <a:lnTo>
                    <a:pt x="27" y="2448"/>
                  </a:lnTo>
                  <a:lnTo>
                    <a:pt x="31" y="2466"/>
                  </a:lnTo>
                  <a:lnTo>
                    <a:pt x="41" y="2501"/>
                  </a:lnTo>
                  <a:lnTo>
                    <a:pt x="54" y="2535"/>
                  </a:lnTo>
                  <a:lnTo>
                    <a:pt x="67" y="2563"/>
                  </a:lnTo>
                  <a:lnTo>
                    <a:pt x="81" y="2591"/>
                  </a:lnTo>
                  <a:lnTo>
                    <a:pt x="95" y="2616"/>
                  </a:lnTo>
                  <a:lnTo>
                    <a:pt x="111" y="2641"/>
                  </a:lnTo>
                  <a:lnTo>
                    <a:pt x="127" y="2660"/>
                  </a:lnTo>
                  <a:lnTo>
                    <a:pt x="135" y="2669"/>
                  </a:lnTo>
                  <a:lnTo>
                    <a:pt x="144" y="2679"/>
                  </a:lnTo>
                  <a:lnTo>
                    <a:pt x="153" y="2688"/>
                  </a:lnTo>
                  <a:lnTo>
                    <a:pt x="162" y="2697"/>
                  </a:lnTo>
                  <a:lnTo>
                    <a:pt x="180" y="2710"/>
                  </a:lnTo>
                  <a:lnTo>
                    <a:pt x="217" y="2735"/>
                  </a:lnTo>
                  <a:lnTo>
                    <a:pt x="235" y="2744"/>
                  </a:lnTo>
                  <a:lnTo>
                    <a:pt x="254" y="2751"/>
                  </a:lnTo>
                  <a:lnTo>
                    <a:pt x="272" y="2757"/>
                  </a:lnTo>
                  <a:lnTo>
                    <a:pt x="292" y="2760"/>
                  </a:lnTo>
                  <a:lnTo>
                    <a:pt x="310" y="2763"/>
                  </a:lnTo>
                  <a:lnTo>
                    <a:pt x="328" y="2763"/>
                  </a:lnTo>
                  <a:lnTo>
                    <a:pt x="334" y="2763"/>
                  </a:lnTo>
                  <a:lnTo>
                    <a:pt x="357" y="2763"/>
                  </a:lnTo>
                  <a:lnTo>
                    <a:pt x="380" y="2760"/>
                  </a:lnTo>
                  <a:lnTo>
                    <a:pt x="402" y="2754"/>
                  </a:lnTo>
                  <a:lnTo>
                    <a:pt x="425" y="2744"/>
                  </a:lnTo>
                  <a:lnTo>
                    <a:pt x="447" y="2732"/>
                  </a:lnTo>
                  <a:lnTo>
                    <a:pt x="469" y="2719"/>
                  </a:lnTo>
                  <a:lnTo>
                    <a:pt x="491" y="2701"/>
                  </a:lnTo>
                  <a:lnTo>
                    <a:pt x="512" y="2682"/>
                  </a:lnTo>
                  <a:lnTo>
                    <a:pt x="523" y="2669"/>
                  </a:lnTo>
                  <a:lnTo>
                    <a:pt x="533" y="2657"/>
                  </a:lnTo>
                  <a:lnTo>
                    <a:pt x="552" y="2632"/>
                  </a:lnTo>
                  <a:lnTo>
                    <a:pt x="561" y="2616"/>
                  </a:lnTo>
                  <a:lnTo>
                    <a:pt x="570" y="2601"/>
                  </a:lnTo>
                  <a:lnTo>
                    <a:pt x="588" y="2566"/>
                  </a:lnTo>
                  <a:lnTo>
                    <a:pt x="596" y="2548"/>
                  </a:lnTo>
                  <a:lnTo>
                    <a:pt x="603" y="2529"/>
                  </a:lnTo>
                  <a:lnTo>
                    <a:pt x="619" y="2488"/>
                  </a:lnTo>
                  <a:lnTo>
                    <a:pt x="632" y="2441"/>
                  </a:lnTo>
                  <a:lnTo>
                    <a:pt x="638" y="2416"/>
                  </a:lnTo>
                  <a:lnTo>
                    <a:pt x="645" y="2392"/>
                  </a:lnTo>
                  <a:lnTo>
                    <a:pt x="651" y="2360"/>
                  </a:lnTo>
                  <a:lnTo>
                    <a:pt x="656" y="2329"/>
                  </a:lnTo>
                  <a:lnTo>
                    <a:pt x="661" y="2298"/>
                  </a:lnTo>
                  <a:lnTo>
                    <a:pt x="665" y="2264"/>
                  </a:lnTo>
                  <a:lnTo>
                    <a:pt x="669" y="2232"/>
                  </a:lnTo>
                  <a:lnTo>
                    <a:pt x="670" y="2198"/>
                  </a:lnTo>
                  <a:lnTo>
                    <a:pt x="671" y="2164"/>
                  </a:lnTo>
                  <a:lnTo>
                    <a:pt x="673" y="2129"/>
                  </a:lnTo>
                  <a:lnTo>
                    <a:pt x="673" y="2098"/>
                  </a:lnTo>
                  <a:lnTo>
                    <a:pt x="671" y="2067"/>
                  </a:lnTo>
                  <a:lnTo>
                    <a:pt x="670" y="2036"/>
                  </a:lnTo>
                  <a:lnTo>
                    <a:pt x="668" y="2008"/>
                  </a:lnTo>
                  <a:lnTo>
                    <a:pt x="665" y="1979"/>
                  </a:lnTo>
                  <a:lnTo>
                    <a:pt x="661" y="1951"/>
                  </a:lnTo>
                  <a:lnTo>
                    <a:pt x="657" y="1923"/>
                  </a:lnTo>
                  <a:lnTo>
                    <a:pt x="652" y="1898"/>
                  </a:lnTo>
                  <a:lnTo>
                    <a:pt x="646" y="1873"/>
                  </a:lnTo>
                  <a:lnTo>
                    <a:pt x="641" y="1848"/>
                  </a:lnTo>
                  <a:lnTo>
                    <a:pt x="633" y="1823"/>
                  </a:lnTo>
                  <a:lnTo>
                    <a:pt x="627" y="1802"/>
                  </a:lnTo>
                  <a:lnTo>
                    <a:pt x="618" y="1777"/>
                  </a:lnTo>
                  <a:lnTo>
                    <a:pt x="610" y="1755"/>
                  </a:lnTo>
                  <a:lnTo>
                    <a:pt x="601" y="1736"/>
                  </a:lnTo>
                  <a:lnTo>
                    <a:pt x="591" y="1714"/>
                  </a:lnTo>
                  <a:lnTo>
                    <a:pt x="578" y="1692"/>
                  </a:lnTo>
                  <a:lnTo>
                    <a:pt x="565" y="1674"/>
                  </a:lnTo>
                  <a:lnTo>
                    <a:pt x="552" y="1655"/>
                  </a:lnTo>
                  <a:lnTo>
                    <a:pt x="538" y="1639"/>
                  </a:lnTo>
                  <a:lnTo>
                    <a:pt x="524" y="1624"/>
                  </a:lnTo>
                  <a:lnTo>
                    <a:pt x="509" y="1611"/>
                  </a:lnTo>
                  <a:lnTo>
                    <a:pt x="492" y="1599"/>
                  </a:lnTo>
                  <a:lnTo>
                    <a:pt x="476" y="1586"/>
                  </a:lnTo>
                  <a:lnTo>
                    <a:pt x="411" y="1546"/>
                  </a:lnTo>
                  <a:lnTo>
                    <a:pt x="352" y="1514"/>
                  </a:lnTo>
                  <a:lnTo>
                    <a:pt x="290" y="1477"/>
                  </a:lnTo>
                  <a:lnTo>
                    <a:pt x="260" y="1455"/>
                  </a:lnTo>
                  <a:lnTo>
                    <a:pt x="229" y="1436"/>
                  </a:lnTo>
                  <a:lnTo>
                    <a:pt x="271" y="1274"/>
                  </a:lnTo>
                  <a:lnTo>
                    <a:pt x="303" y="1280"/>
                  </a:lnTo>
                  <a:lnTo>
                    <a:pt x="320" y="1283"/>
                  </a:lnTo>
                  <a:lnTo>
                    <a:pt x="337" y="1286"/>
                  </a:lnTo>
                  <a:lnTo>
                    <a:pt x="352" y="1286"/>
                  </a:lnTo>
                  <a:lnTo>
                    <a:pt x="366" y="1283"/>
                  </a:lnTo>
                  <a:lnTo>
                    <a:pt x="380" y="1280"/>
                  </a:lnTo>
                  <a:lnTo>
                    <a:pt x="393" y="1274"/>
                  </a:lnTo>
                  <a:lnTo>
                    <a:pt x="407" y="1268"/>
                  </a:lnTo>
                  <a:lnTo>
                    <a:pt x="420" y="1261"/>
                  </a:lnTo>
                  <a:lnTo>
                    <a:pt x="433" y="1255"/>
                  </a:lnTo>
                  <a:lnTo>
                    <a:pt x="446" y="1246"/>
                  </a:lnTo>
                  <a:lnTo>
                    <a:pt x="458" y="1233"/>
                  </a:lnTo>
                  <a:lnTo>
                    <a:pt x="470" y="1221"/>
                  </a:lnTo>
                  <a:lnTo>
                    <a:pt x="493" y="1193"/>
                  </a:lnTo>
                  <a:lnTo>
                    <a:pt x="505" y="1177"/>
                  </a:lnTo>
                  <a:lnTo>
                    <a:pt x="516" y="1162"/>
                  </a:lnTo>
                  <a:lnTo>
                    <a:pt x="526" y="1143"/>
                  </a:lnTo>
                  <a:lnTo>
                    <a:pt x="537" y="1124"/>
                  </a:lnTo>
                  <a:lnTo>
                    <a:pt x="547" y="1102"/>
                  </a:lnTo>
                  <a:lnTo>
                    <a:pt x="556" y="1080"/>
                  </a:lnTo>
                  <a:lnTo>
                    <a:pt x="565" y="1059"/>
                  </a:lnTo>
                  <a:lnTo>
                    <a:pt x="573" y="1034"/>
                  </a:lnTo>
                  <a:lnTo>
                    <a:pt x="580" y="1009"/>
                  </a:lnTo>
                  <a:lnTo>
                    <a:pt x="588" y="984"/>
                  </a:lnTo>
                  <a:lnTo>
                    <a:pt x="593" y="956"/>
                  </a:lnTo>
                  <a:lnTo>
                    <a:pt x="600" y="927"/>
                  </a:lnTo>
                  <a:lnTo>
                    <a:pt x="605" y="899"/>
                  </a:lnTo>
                  <a:lnTo>
                    <a:pt x="609" y="868"/>
                  </a:lnTo>
                  <a:lnTo>
                    <a:pt x="612" y="837"/>
                  </a:lnTo>
                  <a:lnTo>
                    <a:pt x="616" y="806"/>
                  </a:lnTo>
                  <a:lnTo>
                    <a:pt x="619" y="771"/>
                  </a:lnTo>
                  <a:lnTo>
                    <a:pt x="620" y="737"/>
                  </a:lnTo>
                  <a:lnTo>
                    <a:pt x="621" y="700"/>
                  </a:lnTo>
                  <a:lnTo>
                    <a:pt x="623" y="662"/>
                  </a:lnTo>
                  <a:lnTo>
                    <a:pt x="621" y="606"/>
                  </a:lnTo>
                  <a:lnTo>
                    <a:pt x="620" y="578"/>
                  </a:lnTo>
                  <a:lnTo>
                    <a:pt x="619" y="550"/>
                  </a:lnTo>
                  <a:lnTo>
                    <a:pt x="616" y="525"/>
                  </a:lnTo>
                  <a:lnTo>
                    <a:pt x="614" y="497"/>
                  </a:lnTo>
                  <a:lnTo>
                    <a:pt x="610" y="472"/>
                  </a:lnTo>
                  <a:lnTo>
                    <a:pt x="606" y="444"/>
                  </a:lnTo>
                  <a:lnTo>
                    <a:pt x="601" y="419"/>
                  </a:lnTo>
                  <a:lnTo>
                    <a:pt x="596" y="394"/>
                  </a:lnTo>
                  <a:lnTo>
                    <a:pt x="593" y="381"/>
                  </a:lnTo>
                  <a:lnTo>
                    <a:pt x="591" y="369"/>
                  </a:lnTo>
                  <a:lnTo>
                    <a:pt x="584" y="347"/>
                  </a:lnTo>
                  <a:lnTo>
                    <a:pt x="578" y="325"/>
                  </a:lnTo>
                  <a:lnTo>
                    <a:pt x="570" y="303"/>
                  </a:lnTo>
                  <a:lnTo>
                    <a:pt x="562" y="284"/>
                  </a:lnTo>
                  <a:lnTo>
                    <a:pt x="553" y="266"/>
                  </a:lnTo>
                  <a:lnTo>
                    <a:pt x="677" y="284"/>
                  </a:lnTo>
                  <a:lnTo>
                    <a:pt x="687" y="266"/>
                  </a:lnTo>
                  <a:lnTo>
                    <a:pt x="689" y="147"/>
                  </a:lnTo>
                  <a:lnTo>
                    <a:pt x="693" y="28"/>
                  </a:lnTo>
                  <a:close/>
                  <a:moveTo>
                    <a:pt x="474" y="662"/>
                  </a:moveTo>
                  <a:lnTo>
                    <a:pt x="473" y="706"/>
                  </a:lnTo>
                  <a:lnTo>
                    <a:pt x="471" y="725"/>
                  </a:lnTo>
                  <a:lnTo>
                    <a:pt x="471" y="746"/>
                  </a:lnTo>
                  <a:lnTo>
                    <a:pt x="467" y="784"/>
                  </a:lnTo>
                  <a:lnTo>
                    <a:pt x="464" y="818"/>
                  </a:lnTo>
                  <a:lnTo>
                    <a:pt x="458" y="853"/>
                  </a:lnTo>
                  <a:lnTo>
                    <a:pt x="455" y="868"/>
                  </a:lnTo>
                  <a:lnTo>
                    <a:pt x="452" y="884"/>
                  </a:lnTo>
                  <a:lnTo>
                    <a:pt x="443" y="915"/>
                  </a:lnTo>
                  <a:lnTo>
                    <a:pt x="435" y="943"/>
                  </a:lnTo>
                  <a:lnTo>
                    <a:pt x="430" y="956"/>
                  </a:lnTo>
                  <a:lnTo>
                    <a:pt x="425" y="968"/>
                  </a:lnTo>
                  <a:lnTo>
                    <a:pt x="414" y="987"/>
                  </a:lnTo>
                  <a:lnTo>
                    <a:pt x="407" y="999"/>
                  </a:lnTo>
                  <a:lnTo>
                    <a:pt x="401" y="1006"/>
                  </a:lnTo>
                  <a:lnTo>
                    <a:pt x="388" y="1021"/>
                  </a:lnTo>
                  <a:lnTo>
                    <a:pt x="380" y="1027"/>
                  </a:lnTo>
                  <a:lnTo>
                    <a:pt x="374" y="1034"/>
                  </a:lnTo>
                  <a:lnTo>
                    <a:pt x="358" y="1043"/>
                  </a:lnTo>
                  <a:lnTo>
                    <a:pt x="342" y="1049"/>
                  </a:lnTo>
                  <a:lnTo>
                    <a:pt x="324" y="1049"/>
                  </a:lnTo>
                  <a:lnTo>
                    <a:pt x="306" y="1049"/>
                  </a:lnTo>
                  <a:lnTo>
                    <a:pt x="289" y="1043"/>
                  </a:lnTo>
                  <a:lnTo>
                    <a:pt x="280" y="1037"/>
                  </a:lnTo>
                  <a:lnTo>
                    <a:pt x="272" y="1034"/>
                  </a:lnTo>
                  <a:lnTo>
                    <a:pt x="257" y="1021"/>
                  </a:lnTo>
                  <a:lnTo>
                    <a:pt x="244" y="1006"/>
                  </a:lnTo>
                  <a:lnTo>
                    <a:pt x="236" y="996"/>
                  </a:lnTo>
                  <a:lnTo>
                    <a:pt x="231" y="987"/>
                  </a:lnTo>
                  <a:lnTo>
                    <a:pt x="225" y="974"/>
                  </a:lnTo>
                  <a:lnTo>
                    <a:pt x="219" y="965"/>
                  </a:lnTo>
                  <a:lnTo>
                    <a:pt x="213" y="952"/>
                  </a:lnTo>
                  <a:lnTo>
                    <a:pt x="208" y="937"/>
                  </a:lnTo>
                  <a:lnTo>
                    <a:pt x="198" y="909"/>
                  </a:lnTo>
                  <a:lnTo>
                    <a:pt x="190" y="878"/>
                  </a:lnTo>
                  <a:lnTo>
                    <a:pt x="183" y="846"/>
                  </a:lnTo>
                  <a:lnTo>
                    <a:pt x="180" y="831"/>
                  </a:lnTo>
                  <a:lnTo>
                    <a:pt x="177" y="812"/>
                  </a:lnTo>
                  <a:lnTo>
                    <a:pt x="172" y="774"/>
                  </a:lnTo>
                  <a:lnTo>
                    <a:pt x="171" y="756"/>
                  </a:lnTo>
                  <a:lnTo>
                    <a:pt x="170" y="737"/>
                  </a:lnTo>
                  <a:lnTo>
                    <a:pt x="168" y="715"/>
                  </a:lnTo>
                  <a:lnTo>
                    <a:pt x="167" y="696"/>
                  </a:lnTo>
                  <a:lnTo>
                    <a:pt x="166" y="653"/>
                  </a:lnTo>
                  <a:lnTo>
                    <a:pt x="167" y="609"/>
                  </a:lnTo>
                  <a:lnTo>
                    <a:pt x="168" y="590"/>
                  </a:lnTo>
                  <a:lnTo>
                    <a:pt x="170" y="568"/>
                  </a:lnTo>
                  <a:lnTo>
                    <a:pt x="172" y="531"/>
                  </a:lnTo>
                  <a:lnTo>
                    <a:pt x="177" y="494"/>
                  </a:lnTo>
                  <a:lnTo>
                    <a:pt x="183" y="459"/>
                  </a:lnTo>
                  <a:lnTo>
                    <a:pt x="190" y="425"/>
                  </a:lnTo>
                  <a:lnTo>
                    <a:pt x="198" y="394"/>
                  </a:lnTo>
                  <a:lnTo>
                    <a:pt x="203" y="378"/>
                  </a:lnTo>
                  <a:lnTo>
                    <a:pt x="208" y="362"/>
                  </a:lnTo>
                  <a:lnTo>
                    <a:pt x="219" y="337"/>
                  </a:lnTo>
                  <a:lnTo>
                    <a:pt x="225" y="325"/>
                  </a:lnTo>
                  <a:lnTo>
                    <a:pt x="230" y="312"/>
                  </a:lnTo>
                  <a:lnTo>
                    <a:pt x="243" y="294"/>
                  </a:lnTo>
                  <a:lnTo>
                    <a:pt x="249" y="284"/>
                  </a:lnTo>
                  <a:lnTo>
                    <a:pt x="257" y="275"/>
                  </a:lnTo>
                  <a:lnTo>
                    <a:pt x="271" y="263"/>
                  </a:lnTo>
                  <a:lnTo>
                    <a:pt x="288" y="253"/>
                  </a:lnTo>
                  <a:lnTo>
                    <a:pt x="304" y="247"/>
                  </a:lnTo>
                  <a:lnTo>
                    <a:pt x="322" y="244"/>
                  </a:lnTo>
                  <a:lnTo>
                    <a:pt x="331" y="244"/>
                  </a:lnTo>
                  <a:lnTo>
                    <a:pt x="340" y="247"/>
                  </a:lnTo>
                  <a:lnTo>
                    <a:pt x="358" y="253"/>
                  </a:lnTo>
                  <a:lnTo>
                    <a:pt x="367" y="256"/>
                  </a:lnTo>
                  <a:lnTo>
                    <a:pt x="375" y="263"/>
                  </a:lnTo>
                  <a:lnTo>
                    <a:pt x="389" y="275"/>
                  </a:lnTo>
                  <a:lnTo>
                    <a:pt x="397" y="284"/>
                  </a:lnTo>
                  <a:lnTo>
                    <a:pt x="403" y="294"/>
                  </a:lnTo>
                  <a:lnTo>
                    <a:pt x="416" y="312"/>
                  </a:lnTo>
                  <a:lnTo>
                    <a:pt x="421" y="325"/>
                  </a:lnTo>
                  <a:lnTo>
                    <a:pt x="426" y="337"/>
                  </a:lnTo>
                  <a:lnTo>
                    <a:pt x="437" y="366"/>
                  </a:lnTo>
                  <a:lnTo>
                    <a:pt x="442" y="378"/>
                  </a:lnTo>
                  <a:lnTo>
                    <a:pt x="446" y="394"/>
                  </a:lnTo>
                  <a:lnTo>
                    <a:pt x="453" y="428"/>
                  </a:lnTo>
                  <a:lnTo>
                    <a:pt x="460" y="462"/>
                  </a:lnTo>
                  <a:lnTo>
                    <a:pt x="465" y="497"/>
                  </a:lnTo>
                  <a:lnTo>
                    <a:pt x="466" y="515"/>
                  </a:lnTo>
                  <a:lnTo>
                    <a:pt x="469" y="537"/>
                  </a:lnTo>
                  <a:lnTo>
                    <a:pt x="471" y="578"/>
                  </a:lnTo>
                  <a:lnTo>
                    <a:pt x="473" y="618"/>
                  </a:lnTo>
                  <a:lnTo>
                    <a:pt x="474" y="662"/>
                  </a:lnTo>
                  <a:close/>
                  <a:moveTo>
                    <a:pt x="516" y="2201"/>
                  </a:moveTo>
                  <a:lnTo>
                    <a:pt x="514" y="2242"/>
                  </a:lnTo>
                  <a:lnTo>
                    <a:pt x="511" y="2282"/>
                  </a:lnTo>
                  <a:lnTo>
                    <a:pt x="509" y="2298"/>
                  </a:lnTo>
                  <a:lnTo>
                    <a:pt x="506" y="2317"/>
                  </a:lnTo>
                  <a:lnTo>
                    <a:pt x="500" y="2351"/>
                  </a:lnTo>
                  <a:lnTo>
                    <a:pt x="492" y="2379"/>
                  </a:lnTo>
                  <a:lnTo>
                    <a:pt x="487" y="2395"/>
                  </a:lnTo>
                  <a:lnTo>
                    <a:pt x="482" y="2407"/>
                  </a:lnTo>
                  <a:lnTo>
                    <a:pt x="476" y="2420"/>
                  </a:lnTo>
                  <a:lnTo>
                    <a:pt x="470" y="2429"/>
                  </a:lnTo>
                  <a:lnTo>
                    <a:pt x="457" y="2451"/>
                  </a:lnTo>
                  <a:lnTo>
                    <a:pt x="444" y="2470"/>
                  </a:lnTo>
                  <a:lnTo>
                    <a:pt x="430" y="2485"/>
                  </a:lnTo>
                  <a:lnTo>
                    <a:pt x="415" y="2498"/>
                  </a:lnTo>
                  <a:lnTo>
                    <a:pt x="401" y="2507"/>
                  </a:lnTo>
                  <a:lnTo>
                    <a:pt x="385" y="2516"/>
                  </a:lnTo>
                  <a:lnTo>
                    <a:pt x="370" y="2520"/>
                  </a:lnTo>
                  <a:lnTo>
                    <a:pt x="355" y="2523"/>
                  </a:lnTo>
                  <a:lnTo>
                    <a:pt x="338" y="2526"/>
                  </a:lnTo>
                  <a:lnTo>
                    <a:pt x="320" y="2523"/>
                  </a:lnTo>
                  <a:lnTo>
                    <a:pt x="303" y="2520"/>
                  </a:lnTo>
                  <a:lnTo>
                    <a:pt x="285" y="2513"/>
                  </a:lnTo>
                  <a:lnTo>
                    <a:pt x="269" y="2504"/>
                  </a:lnTo>
                  <a:lnTo>
                    <a:pt x="253" y="2491"/>
                  </a:lnTo>
                  <a:lnTo>
                    <a:pt x="238" y="2476"/>
                  </a:lnTo>
                  <a:lnTo>
                    <a:pt x="230" y="2470"/>
                  </a:lnTo>
                  <a:lnTo>
                    <a:pt x="222" y="2460"/>
                  </a:lnTo>
                  <a:lnTo>
                    <a:pt x="207" y="2438"/>
                  </a:lnTo>
                  <a:lnTo>
                    <a:pt x="201" y="2429"/>
                  </a:lnTo>
                  <a:lnTo>
                    <a:pt x="194" y="2416"/>
                  </a:lnTo>
                  <a:lnTo>
                    <a:pt x="188" y="2404"/>
                  </a:lnTo>
                  <a:lnTo>
                    <a:pt x="181" y="2388"/>
                  </a:lnTo>
                  <a:lnTo>
                    <a:pt x="176" y="2376"/>
                  </a:lnTo>
                  <a:lnTo>
                    <a:pt x="171" y="2360"/>
                  </a:lnTo>
                  <a:lnTo>
                    <a:pt x="167" y="2342"/>
                  </a:lnTo>
                  <a:lnTo>
                    <a:pt x="163" y="2326"/>
                  </a:lnTo>
                  <a:lnTo>
                    <a:pt x="160" y="2307"/>
                  </a:lnTo>
                  <a:lnTo>
                    <a:pt x="156" y="2289"/>
                  </a:lnTo>
                  <a:lnTo>
                    <a:pt x="153" y="2270"/>
                  </a:lnTo>
                  <a:lnTo>
                    <a:pt x="151" y="2251"/>
                  </a:lnTo>
                  <a:lnTo>
                    <a:pt x="148" y="2207"/>
                  </a:lnTo>
                  <a:lnTo>
                    <a:pt x="147" y="2185"/>
                  </a:lnTo>
                  <a:lnTo>
                    <a:pt x="145" y="2161"/>
                  </a:lnTo>
                  <a:lnTo>
                    <a:pt x="147" y="2129"/>
                  </a:lnTo>
                  <a:lnTo>
                    <a:pt x="148" y="2098"/>
                  </a:lnTo>
                  <a:lnTo>
                    <a:pt x="151" y="2070"/>
                  </a:lnTo>
                  <a:lnTo>
                    <a:pt x="153" y="2042"/>
                  </a:lnTo>
                  <a:lnTo>
                    <a:pt x="157" y="2017"/>
                  </a:lnTo>
                  <a:lnTo>
                    <a:pt x="161" y="1992"/>
                  </a:lnTo>
                  <a:lnTo>
                    <a:pt x="167" y="1970"/>
                  </a:lnTo>
                  <a:lnTo>
                    <a:pt x="170" y="1958"/>
                  </a:lnTo>
                  <a:lnTo>
                    <a:pt x="172" y="1948"/>
                  </a:lnTo>
                  <a:lnTo>
                    <a:pt x="185" y="1908"/>
                  </a:lnTo>
                  <a:lnTo>
                    <a:pt x="199" y="1864"/>
                  </a:lnTo>
                  <a:lnTo>
                    <a:pt x="215" y="1820"/>
                  </a:lnTo>
                  <a:lnTo>
                    <a:pt x="231" y="1780"/>
                  </a:lnTo>
                  <a:lnTo>
                    <a:pt x="337" y="1848"/>
                  </a:lnTo>
                  <a:lnTo>
                    <a:pt x="378" y="1876"/>
                  </a:lnTo>
                  <a:lnTo>
                    <a:pt x="417" y="1911"/>
                  </a:lnTo>
                  <a:lnTo>
                    <a:pt x="428" y="1920"/>
                  </a:lnTo>
                  <a:lnTo>
                    <a:pt x="438" y="1930"/>
                  </a:lnTo>
                  <a:lnTo>
                    <a:pt x="447" y="1939"/>
                  </a:lnTo>
                  <a:lnTo>
                    <a:pt x="456" y="1951"/>
                  </a:lnTo>
                  <a:lnTo>
                    <a:pt x="471" y="1979"/>
                  </a:lnTo>
                  <a:lnTo>
                    <a:pt x="479" y="1995"/>
                  </a:lnTo>
                  <a:lnTo>
                    <a:pt x="487" y="2011"/>
                  </a:lnTo>
                  <a:lnTo>
                    <a:pt x="493" y="2029"/>
                  </a:lnTo>
                  <a:lnTo>
                    <a:pt x="500" y="2048"/>
                  </a:lnTo>
                  <a:lnTo>
                    <a:pt x="503" y="2070"/>
                  </a:lnTo>
                  <a:lnTo>
                    <a:pt x="509" y="2092"/>
                  </a:lnTo>
                  <a:lnTo>
                    <a:pt x="511" y="2117"/>
                  </a:lnTo>
                  <a:lnTo>
                    <a:pt x="514" y="2142"/>
                  </a:lnTo>
                  <a:lnTo>
                    <a:pt x="515" y="2170"/>
                  </a:lnTo>
                  <a:lnTo>
                    <a:pt x="516" y="220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3991" name="Freeform 7"/>
            <p:cNvSpPr>
              <a:spLocks noEditPoints="1"/>
            </p:cNvSpPr>
            <p:nvPr/>
          </p:nvSpPr>
          <p:spPr bwMode="auto">
            <a:xfrm>
              <a:off x="1595" y="2377"/>
              <a:ext cx="585" cy="702"/>
            </a:xfrm>
            <a:custGeom>
              <a:avLst/>
              <a:gdLst/>
              <a:ahLst/>
              <a:cxnLst>
                <a:cxn ang="0">
                  <a:pos x="674" y="815"/>
                </a:cxn>
                <a:cxn ang="0">
                  <a:pos x="660" y="574"/>
                </a:cxn>
                <a:cxn ang="0">
                  <a:pos x="642" y="428"/>
                </a:cxn>
                <a:cxn ang="0">
                  <a:pos x="612" y="300"/>
                </a:cxn>
                <a:cxn ang="0">
                  <a:pos x="571" y="184"/>
                </a:cxn>
                <a:cxn ang="0">
                  <a:pos x="519" y="94"/>
                </a:cxn>
                <a:cxn ang="0">
                  <a:pos x="464" y="38"/>
                </a:cxn>
                <a:cxn ang="0">
                  <a:pos x="406" y="6"/>
                </a:cxn>
                <a:cxn ang="0">
                  <a:pos x="358" y="0"/>
                </a:cxn>
                <a:cxn ang="0">
                  <a:pos x="311" y="6"/>
                </a:cxn>
                <a:cxn ang="0">
                  <a:pos x="258" y="28"/>
                </a:cxn>
                <a:cxn ang="0">
                  <a:pos x="199" y="78"/>
                </a:cxn>
                <a:cxn ang="0">
                  <a:pos x="139" y="169"/>
                </a:cxn>
                <a:cxn ang="0">
                  <a:pos x="104" y="247"/>
                </a:cxn>
                <a:cxn ang="0">
                  <a:pos x="75" y="334"/>
                </a:cxn>
                <a:cxn ang="0">
                  <a:pos x="40" y="490"/>
                </a:cxn>
                <a:cxn ang="0">
                  <a:pos x="16" y="665"/>
                </a:cxn>
                <a:cxn ang="0">
                  <a:pos x="3" y="852"/>
                </a:cxn>
                <a:cxn ang="0">
                  <a:pos x="2" y="1099"/>
                </a:cxn>
                <a:cxn ang="0">
                  <a:pos x="16" y="1302"/>
                </a:cxn>
                <a:cxn ang="0">
                  <a:pos x="38" y="1458"/>
                </a:cxn>
                <a:cxn ang="0">
                  <a:pos x="68" y="1592"/>
                </a:cxn>
                <a:cxn ang="0">
                  <a:pos x="116" y="1723"/>
                </a:cxn>
                <a:cxn ang="0">
                  <a:pos x="159" y="1801"/>
                </a:cxn>
                <a:cxn ang="0">
                  <a:pos x="226" y="1879"/>
                </a:cxn>
                <a:cxn ang="0">
                  <a:pos x="304" y="1929"/>
                </a:cxn>
                <a:cxn ang="0">
                  <a:pos x="393" y="1945"/>
                </a:cxn>
                <a:cxn ang="0">
                  <a:pos x="485" y="1926"/>
                </a:cxn>
                <a:cxn ang="0">
                  <a:pos x="542" y="1892"/>
                </a:cxn>
                <a:cxn ang="0">
                  <a:pos x="626" y="1811"/>
                </a:cxn>
                <a:cxn ang="0">
                  <a:pos x="647" y="1467"/>
                </a:cxn>
                <a:cxn ang="0">
                  <a:pos x="596" y="1520"/>
                </a:cxn>
                <a:cxn ang="0">
                  <a:pos x="540" y="1595"/>
                </a:cxn>
                <a:cxn ang="0">
                  <a:pos x="480" y="1639"/>
                </a:cxn>
                <a:cxn ang="0">
                  <a:pos x="433" y="1658"/>
                </a:cxn>
                <a:cxn ang="0">
                  <a:pos x="370" y="1655"/>
                </a:cxn>
                <a:cxn ang="0">
                  <a:pos x="317" y="1633"/>
                </a:cxn>
                <a:cxn ang="0">
                  <a:pos x="272" y="1589"/>
                </a:cxn>
                <a:cxn ang="0">
                  <a:pos x="235" y="1520"/>
                </a:cxn>
                <a:cxn ang="0">
                  <a:pos x="204" y="1436"/>
                </a:cxn>
                <a:cxn ang="0">
                  <a:pos x="183" y="1333"/>
                </a:cxn>
                <a:cxn ang="0">
                  <a:pos x="167" y="1221"/>
                </a:cxn>
                <a:cxn ang="0">
                  <a:pos x="159" y="1090"/>
                </a:cxn>
                <a:cxn ang="0">
                  <a:pos x="245" y="1018"/>
                </a:cxn>
                <a:cxn ang="0">
                  <a:pos x="666" y="1021"/>
                </a:cxn>
                <a:cxn ang="0">
                  <a:pos x="324" y="749"/>
                </a:cxn>
                <a:cxn ang="0">
                  <a:pos x="167" y="631"/>
                </a:cxn>
                <a:cxn ang="0">
                  <a:pos x="193" y="481"/>
                </a:cxn>
                <a:cxn ang="0">
                  <a:pos x="221" y="390"/>
                </a:cxn>
                <a:cxn ang="0">
                  <a:pos x="257" y="319"/>
                </a:cxn>
                <a:cxn ang="0">
                  <a:pos x="292" y="281"/>
                </a:cxn>
                <a:cxn ang="0">
                  <a:pos x="340" y="259"/>
                </a:cxn>
                <a:cxn ang="0">
                  <a:pos x="388" y="265"/>
                </a:cxn>
                <a:cxn ang="0">
                  <a:pos x="420" y="290"/>
                </a:cxn>
                <a:cxn ang="0">
                  <a:pos x="455" y="340"/>
                </a:cxn>
                <a:cxn ang="0">
                  <a:pos x="489" y="437"/>
                </a:cxn>
                <a:cxn ang="0">
                  <a:pos x="514" y="565"/>
                </a:cxn>
                <a:cxn ang="0">
                  <a:pos x="524" y="696"/>
                </a:cxn>
              </a:cxnLst>
              <a:rect l="0" t="0" r="r" b="b"/>
              <a:pathLst>
                <a:path w="677" h="1945">
                  <a:moveTo>
                    <a:pt x="677" y="999"/>
                  </a:moveTo>
                  <a:lnTo>
                    <a:pt x="677" y="937"/>
                  </a:lnTo>
                  <a:lnTo>
                    <a:pt x="677" y="874"/>
                  </a:lnTo>
                  <a:lnTo>
                    <a:pt x="674" y="815"/>
                  </a:lnTo>
                  <a:lnTo>
                    <a:pt x="673" y="752"/>
                  </a:lnTo>
                  <a:lnTo>
                    <a:pt x="669" y="693"/>
                  </a:lnTo>
                  <a:lnTo>
                    <a:pt x="665" y="634"/>
                  </a:lnTo>
                  <a:lnTo>
                    <a:pt x="660" y="574"/>
                  </a:lnTo>
                  <a:lnTo>
                    <a:pt x="653" y="515"/>
                  </a:lnTo>
                  <a:lnTo>
                    <a:pt x="651" y="484"/>
                  </a:lnTo>
                  <a:lnTo>
                    <a:pt x="647" y="456"/>
                  </a:lnTo>
                  <a:lnTo>
                    <a:pt x="642" y="428"/>
                  </a:lnTo>
                  <a:lnTo>
                    <a:pt x="637" y="400"/>
                  </a:lnTo>
                  <a:lnTo>
                    <a:pt x="632" y="375"/>
                  </a:lnTo>
                  <a:lnTo>
                    <a:pt x="625" y="350"/>
                  </a:lnTo>
                  <a:lnTo>
                    <a:pt x="612" y="300"/>
                  </a:lnTo>
                  <a:lnTo>
                    <a:pt x="597" y="250"/>
                  </a:lnTo>
                  <a:lnTo>
                    <a:pt x="589" y="228"/>
                  </a:lnTo>
                  <a:lnTo>
                    <a:pt x="580" y="206"/>
                  </a:lnTo>
                  <a:lnTo>
                    <a:pt x="571" y="184"/>
                  </a:lnTo>
                  <a:lnTo>
                    <a:pt x="561" y="166"/>
                  </a:lnTo>
                  <a:lnTo>
                    <a:pt x="540" y="125"/>
                  </a:lnTo>
                  <a:lnTo>
                    <a:pt x="529" y="109"/>
                  </a:lnTo>
                  <a:lnTo>
                    <a:pt x="519" y="94"/>
                  </a:lnTo>
                  <a:lnTo>
                    <a:pt x="508" y="81"/>
                  </a:lnTo>
                  <a:lnTo>
                    <a:pt x="497" y="69"/>
                  </a:lnTo>
                  <a:lnTo>
                    <a:pt x="475" y="47"/>
                  </a:lnTo>
                  <a:lnTo>
                    <a:pt x="464" y="38"/>
                  </a:lnTo>
                  <a:lnTo>
                    <a:pt x="452" y="31"/>
                  </a:lnTo>
                  <a:lnTo>
                    <a:pt x="440" y="22"/>
                  </a:lnTo>
                  <a:lnTo>
                    <a:pt x="429" y="16"/>
                  </a:lnTo>
                  <a:lnTo>
                    <a:pt x="406" y="6"/>
                  </a:lnTo>
                  <a:lnTo>
                    <a:pt x="393" y="3"/>
                  </a:lnTo>
                  <a:lnTo>
                    <a:pt x="381" y="3"/>
                  </a:lnTo>
                  <a:lnTo>
                    <a:pt x="370" y="0"/>
                  </a:lnTo>
                  <a:lnTo>
                    <a:pt x="358" y="0"/>
                  </a:lnTo>
                  <a:lnTo>
                    <a:pt x="353" y="0"/>
                  </a:lnTo>
                  <a:lnTo>
                    <a:pt x="339" y="0"/>
                  </a:lnTo>
                  <a:lnTo>
                    <a:pt x="325" y="3"/>
                  </a:lnTo>
                  <a:lnTo>
                    <a:pt x="311" y="6"/>
                  </a:lnTo>
                  <a:lnTo>
                    <a:pt x="297" y="9"/>
                  </a:lnTo>
                  <a:lnTo>
                    <a:pt x="284" y="16"/>
                  </a:lnTo>
                  <a:lnTo>
                    <a:pt x="271" y="22"/>
                  </a:lnTo>
                  <a:lnTo>
                    <a:pt x="258" y="28"/>
                  </a:lnTo>
                  <a:lnTo>
                    <a:pt x="245" y="34"/>
                  </a:lnTo>
                  <a:lnTo>
                    <a:pt x="234" y="44"/>
                  </a:lnTo>
                  <a:lnTo>
                    <a:pt x="222" y="53"/>
                  </a:lnTo>
                  <a:lnTo>
                    <a:pt x="199" y="78"/>
                  </a:lnTo>
                  <a:lnTo>
                    <a:pt x="177" y="103"/>
                  </a:lnTo>
                  <a:lnTo>
                    <a:pt x="167" y="119"/>
                  </a:lnTo>
                  <a:lnTo>
                    <a:pt x="158" y="134"/>
                  </a:lnTo>
                  <a:lnTo>
                    <a:pt x="139" y="169"/>
                  </a:lnTo>
                  <a:lnTo>
                    <a:pt x="130" y="187"/>
                  </a:lnTo>
                  <a:lnTo>
                    <a:pt x="121" y="206"/>
                  </a:lnTo>
                  <a:lnTo>
                    <a:pt x="112" y="225"/>
                  </a:lnTo>
                  <a:lnTo>
                    <a:pt x="104" y="247"/>
                  </a:lnTo>
                  <a:lnTo>
                    <a:pt x="97" y="269"/>
                  </a:lnTo>
                  <a:lnTo>
                    <a:pt x="89" y="290"/>
                  </a:lnTo>
                  <a:lnTo>
                    <a:pt x="81" y="312"/>
                  </a:lnTo>
                  <a:lnTo>
                    <a:pt x="75" y="334"/>
                  </a:lnTo>
                  <a:lnTo>
                    <a:pt x="62" y="384"/>
                  </a:lnTo>
                  <a:lnTo>
                    <a:pt x="55" y="409"/>
                  </a:lnTo>
                  <a:lnTo>
                    <a:pt x="50" y="434"/>
                  </a:lnTo>
                  <a:lnTo>
                    <a:pt x="40" y="490"/>
                  </a:lnTo>
                  <a:lnTo>
                    <a:pt x="30" y="546"/>
                  </a:lnTo>
                  <a:lnTo>
                    <a:pt x="22" y="606"/>
                  </a:lnTo>
                  <a:lnTo>
                    <a:pt x="18" y="634"/>
                  </a:lnTo>
                  <a:lnTo>
                    <a:pt x="16" y="665"/>
                  </a:lnTo>
                  <a:lnTo>
                    <a:pt x="9" y="724"/>
                  </a:lnTo>
                  <a:lnTo>
                    <a:pt x="8" y="756"/>
                  </a:lnTo>
                  <a:lnTo>
                    <a:pt x="5" y="790"/>
                  </a:lnTo>
                  <a:lnTo>
                    <a:pt x="3" y="852"/>
                  </a:lnTo>
                  <a:lnTo>
                    <a:pt x="0" y="921"/>
                  </a:lnTo>
                  <a:lnTo>
                    <a:pt x="0" y="990"/>
                  </a:lnTo>
                  <a:lnTo>
                    <a:pt x="0" y="1046"/>
                  </a:lnTo>
                  <a:lnTo>
                    <a:pt x="2" y="1099"/>
                  </a:lnTo>
                  <a:lnTo>
                    <a:pt x="4" y="1152"/>
                  </a:lnTo>
                  <a:lnTo>
                    <a:pt x="7" y="1202"/>
                  </a:lnTo>
                  <a:lnTo>
                    <a:pt x="11" y="1252"/>
                  </a:lnTo>
                  <a:lnTo>
                    <a:pt x="16" y="1302"/>
                  </a:lnTo>
                  <a:lnTo>
                    <a:pt x="21" y="1349"/>
                  </a:lnTo>
                  <a:lnTo>
                    <a:pt x="26" y="1392"/>
                  </a:lnTo>
                  <a:lnTo>
                    <a:pt x="34" y="1436"/>
                  </a:lnTo>
                  <a:lnTo>
                    <a:pt x="38" y="1458"/>
                  </a:lnTo>
                  <a:lnTo>
                    <a:pt x="41" y="1477"/>
                  </a:lnTo>
                  <a:lnTo>
                    <a:pt x="49" y="1517"/>
                  </a:lnTo>
                  <a:lnTo>
                    <a:pt x="58" y="1555"/>
                  </a:lnTo>
                  <a:lnTo>
                    <a:pt x="68" y="1592"/>
                  </a:lnTo>
                  <a:lnTo>
                    <a:pt x="79" y="1626"/>
                  </a:lnTo>
                  <a:lnTo>
                    <a:pt x="90" y="1661"/>
                  </a:lnTo>
                  <a:lnTo>
                    <a:pt x="103" y="1692"/>
                  </a:lnTo>
                  <a:lnTo>
                    <a:pt x="116" y="1723"/>
                  </a:lnTo>
                  <a:lnTo>
                    <a:pt x="123" y="1739"/>
                  </a:lnTo>
                  <a:lnTo>
                    <a:pt x="130" y="1751"/>
                  </a:lnTo>
                  <a:lnTo>
                    <a:pt x="144" y="1776"/>
                  </a:lnTo>
                  <a:lnTo>
                    <a:pt x="159" y="1801"/>
                  </a:lnTo>
                  <a:lnTo>
                    <a:pt x="175" y="1823"/>
                  </a:lnTo>
                  <a:lnTo>
                    <a:pt x="191" y="1845"/>
                  </a:lnTo>
                  <a:lnTo>
                    <a:pt x="208" y="1864"/>
                  </a:lnTo>
                  <a:lnTo>
                    <a:pt x="226" y="1879"/>
                  </a:lnTo>
                  <a:lnTo>
                    <a:pt x="245" y="1895"/>
                  </a:lnTo>
                  <a:lnTo>
                    <a:pt x="265" y="1907"/>
                  </a:lnTo>
                  <a:lnTo>
                    <a:pt x="284" y="1920"/>
                  </a:lnTo>
                  <a:lnTo>
                    <a:pt x="304" y="1929"/>
                  </a:lnTo>
                  <a:lnTo>
                    <a:pt x="326" y="1936"/>
                  </a:lnTo>
                  <a:lnTo>
                    <a:pt x="348" y="1942"/>
                  </a:lnTo>
                  <a:lnTo>
                    <a:pt x="370" y="1945"/>
                  </a:lnTo>
                  <a:lnTo>
                    <a:pt x="393" y="1945"/>
                  </a:lnTo>
                  <a:lnTo>
                    <a:pt x="425" y="1942"/>
                  </a:lnTo>
                  <a:lnTo>
                    <a:pt x="456" y="1936"/>
                  </a:lnTo>
                  <a:lnTo>
                    <a:pt x="471" y="1932"/>
                  </a:lnTo>
                  <a:lnTo>
                    <a:pt x="485" y="1926"/>
                  </a:lnTo>
                  <a:lnTo>
                    <a:pt x="499" y="1920"/>
                  </a:lnTo>
                  <a:lnTo>
                    <a:pt x="514" y="1911"/>
                  </a:lnTo>
                  <a:lnTo>
                    <a:pt x="528" y="1901"/>
                  </a:lnTo>
                  <a:lnTo>
                    <a:pt x="542" y="1892"/>
                  </a:lnTo>
                  <a:lnTo>
                    <a:pt x="570" y="1867"/>
                  </a:lnTo>
                  <a:lnTo>
                    <a:pt x="584" y="1854"/>
                  </a:lnTo>
                  <a:lnTo>
                    <a:pt x="598" y="1842"/>
                  </a:lnTo>
                  <a:lnTo>
                    <a:pt x="626" y="1811"/>
                  </a:lnTo>
                  <a:lnTo>
                    <a:pt x="634" y="1786"/>
                  </a:lnTo>
                  <a:lnTo>
                    <a:pt x="639" y="1626"/>
                  </a:lnTo>
                  <a:lnTo>
                    <a:pt x="643" y="1545"/>
                  </a:lnTo>
                  <a:lnTo>
                    <a:pt x="647" y="1467"/>
                  </a:lnTo>
                  <a:lnTo>
                    <a:pt x="635" y="1449"/>
                  </a:lnTo>
                  <a:lnTo>
                    <a:pt x="623" y="1474"/>
                  </a:lnTo>
                  <a:lnTo>
                    <a:pt x="609" y="1499"/>
                  </a:lnTo>
                  <a:lnTo>
                    <a:pt x="596" y="1520"/>
                  </a:lnTo>
                  <a:lnTo>
                    <a:pt x="582" y="1542"/>
                  </a:lnTo>
                  <a:lnTo>
                    <a:pt x="569" y="1561"/>
                  </a:lnTo>
                  <a:lnTo>
                    <a:pt x="555" y="1580"/>
                  </a:lnTo>
                  <a:lnTo>
                    <a:pt x="540" y="1595"/>
                  </a:lnTo>
                  <a:lnTo>
                    <a:pt x="525" y="1608"/>
                  </a:lnTo>
                  <a:lnTo>
                    <a:pt x="511" y="1620"/>
                  </a:lnTo>
                  <a:lnTo>
                    <a:pt x="496" y="1630"/>
                  </a:lnTo>
                  <a:lnTo>
                    <a:pt x="480" y="1639"/>
                  </a:lnTo>
                  <a:lnTo>
                    <a:pt x="472" y="1642"/>
                  </a:lnTo>
                  <a:lnTo>
                    <a:pt x="465" y="1648"/>
                  </a:lnTo>
                  <a:lnTo>
                    <a:pt x="448" y="1651"/>
                  </a:lnTo>
                  <a:lnTo>
                    <a:pt x="433" y="1658"/>
                  </a:lnTo>
                  <a:lnTo>
                    <a:pt x="416" y="1658"/>
                  </a:lnTo>
                  <a:lnTo>
                    <a:pt x="399" y="1661"/>
                  </a:lnTo>
                  <a:lnTo>
                    <a:pt x="384" y="1658"/>
                  </a:lnTo>
                  <a:lnTo>
                    <a:pt x="370" y="1655"/>
                  </a:lnTo>
                  <a:lnTo>
                    <a:pt x="356" y="1651"/>
                  </a:lnTo>
                  <a:lnTo>
                    <a:pt x="343" y="1648"/>
                  </a:lnTo>
                  <a:lnTo>
                    <a:pt x="330" y="1639"/>
                  </a:lnTo>
                  <a:lnTo>
                    <a:pt x="317" y="1633"/>
                  </a:lnTo>
                  <a:lnTo>
                    <a:pt x="306" y="1623"/>
                  </a:lnTo>
                  <a:lnTo>
                    <a:pt x="294" y="1614"/>
                  </a:lnTo>
                  <a:lnTo>
                    <a:pt x="283" y="1602"/>
                  </a:lnTo>
                  <a:lnTo>
                    <a:pt x="272" y="1589"/>
                  </a:lnTo>
                  <a:lnTo>
                    <a:pt x="262" y="1573"/>
                  </a:lnTo>
                  <a:lnTo>
                    <a:pt x="253" y="1558"/>
                  </a:lnTo>
                  <a:lnTo>
                    <a:pt x="244" y="1539"/>
                  </a:lnTo>
                  <a:lnTo>
                    <a:pt x="235" y="1520"/>
                  </a:lnTo>
                  <a:lnTo>
                    <a:pt x="226" y="1502"/>
                  </a:lnTo>
                  <a:lnTo>
                    <a:pt x="218" y="1480"/>
                  </a:lnTo>
                  <a:lnTo>
                    <a:pt x="212" y="1458"/>
                  </a:lnTo>
                  <a:lnTo>
                    <a:pt x="204" y="1436"/>
                  </a:lnTo>
                  <a:lnTo>
                    <a:pt x="198" y="1411"/>
                  </a:lnTo>
                  <a:lnTo>
                    <a:pt x="193" y="1386"/>
                  </a:lnTo>
                  <a:lnTo>
                    <a:pt x="186" y="1361"/>
                  </a:lnTo>
                  <a:lnTo>
                    <a:pt x="183" y="1333"/>
                  </a:lnTo>
                  <a:lnTo>
                    <a:pt x="177" y="1308"/>
                  </a:lnTo>
                  <a:lnTo>
                    <a:pt x="174" y="1280"/>
                  </a:lnTo>
                  <a:lnTo>
                    <a:pt x="170" y="1249"/>
                  </a:lnTo>
                  <a:lnTo>
                    <a:pt x="167" y="1221"/>
                  </a:lnTo>
                  <a:lnTo>
                    <a:pt x="165" y="1189"/>
                  </a:lnTo>
                  <a:lnTo>
                    <a:pt x="162" y="1155"/>
                  </a:lnTo>
                  <a:lnTo>
                    <a:pt x="161" y="1124"/>
                  </a:lnTo>
                  <a:lnTo>
                    <a:pt x="159" y="1090"/>
                  </a:lnTo>
                  <a:lnTo>
                    <a:pt x="158" y="1055"/>
                  </a:lnTo>
                  <a:lnTo>
                    <a:pt x="158" y="1021"/>
                  </a:lnTo>
                  <a:lnTo>
                    <a:pt x="202" y="1018"/>
                  </a:lnTo>
                  <a:lnTo>
                    <a:pt x="245" y="1018"/>
                  </a:lnTo>
                  <a:lnTo>
                    <a:pt x="333" y="1018"/>
                  </a:lnTo>
                  <a:lnTo>
                    <a:pt x="410" y="1018"/>
                  </a:lnTo>
                  <a:lnTo>
                    <a:pt x="538" y="1018"/>
                  </a:lnTo>
                  <a:lnTo>
                    <a:pt x="666" y="1021"/>
                  </a:lnTo>
                  <a:lnTo>
                    <a:pt x="677" y="999"/>
                  </a:lnTo>
                  <a:close/>
                  <a:moveTo>
                    <a:pt x="524" y="746"/>
                  </a:moveTo>
                  <a:lnTo>
                    <a:pt x="424" y="749"/>
                  </a:lnTo>
                  <a:lnTo>
                    <a:pt x="324" y="749"/>
                  </a:lnTo>
                  <a:lnTo>
                    <a:pt x="158" y="749"/>
                  </a:lnTo>
                  <a:lnTo>
                    <a:pt x="161" y="699"/>
                  </a:lnTo>
                  <a:lnTo>
                    <a:pt x="165" y="653"/>
                  </a:lnTo>
                  <a:lnTo>
                    <a:pt x="167" y="631"/>
                  </a:lnTo>
                  <a:lnTo>
                    <a:pt x="170" y="609"/>
                  </a:lnTo>
                  <a:lnTo>
                    <a:pt x="176" y="565"/>
                  </a:lnTo>
                  <a:lnTo>
                    <a:pt x="184" y="521"/>
                  </a:lnTo>
                  <a:lnTo>
                    <a:pt x="193" y="481"/>
                  </a:lnTo>
                  <a:lnTo>
                    <a:pt x="198" y="462"/>
                  </a:lnTo>
                  <a:lnTo>
                    <a:pt x="203" y="443"/>
                  </a:lnTo>
                  <a:lnTo>
                    <a:pt x="215" y="406"/>
                  </a:lnTo>
                  <a:lnTo>
                    <a:pt x="221" y="390"/>
                  </a:lnTo>
                  <a:lnTo>
                    <a:pt x="227" y="372"/>
                  </a:lnTo>
                  <a:lnTo>
                    <a:pt x="243" y="343"/>
                  </a:lnTo>
                  <a:lnTo>
                    <a:pt x="249" y="331"/>
                  </a:lnTo>
                  <a:lnTo>
                    <a:pt x="257" y="319"/>
                  </a:lnTo>
                  <a:lnTo>
                    <a:pt x="266" y="306"/>
                  </a:lnTo>
                  <a:lnTo>
                    <a:pt x="274" y="297"/>
                  </a:lnTo>
                  <a:lnTo>
                    <a:pt x="283" y="287"/>
                  </a:lnTo>
                  <a:lnTo>
                    <a:pt x="292" y="281"/>
                  </a:lnTo>
                  <a:lnTo>
                    <a:pt x="310" y="269"/>
                  </a:lnTo>
                  <a:lnTo>
                    <a:pt x="320" y="265"/>
                  </a:lnTo>
                  <a:lnTo>
                    <a:pt x="330" y="259"/>
                  </a:lnTo>
                  <a:lnTo>
                    <a:pt x="340" y="259"/>
                  </a:lnTo>
                  <a:lnTo>
                    <a:pt x="351" y="256"/>
                  </a:lnTo>
                  <a:lnTo>
                    <a:pt x="366" y="259"/>
                  </a:lnTo>
                  <a:lnTo>
                    <a:pt x="380" y="262"/>
                  </a:lnTo>
                  <a:lnTo>
                    <a:pt x="388" y="265"/>
                  </a:lnTo>
                  <a:lnTo>
                    <a:pt x="394" y="269"/>
                  </a:lnTo>
                  <a:lnTo>
                    <a:pt x="401" y="275"/>
                  </a:lnTo>
                  <a:lnTo>
                    <a:pt x="407" y="278"/>
                  </a:lnTo>
                  <a:lnTo>
                    <a:pt x="420" y="290"/>
                  </a:lnTo>
                  <a:lnTo>
                    <a:pt x="431" y="306"/>
                  </a:lnTo>
                  <a:lnTo>
                    <a:pt x="443" y="322"/>
                  </a:lnTo>
                  <a:lnTo>
                    <a:pt x="449" y="331"/>
                  </a:lnTo>
                  <a:lnTo>
                    <a:pt x="455" y="340"/>
                  </a:lnTo>
                  <a:lnTo>
                    <a:pt x="464" y="362"/>
                  </a:lnTo>
                  <a:lnTo>
                    <a:pt x="474" y="384"/>
                  </a:lnTo>
                  <a:lnTo>
                    <a:pt x="481" y="412"/>
                  </a:lnTo>
                  <a:lnTo>
                    <a:pt x="489" y="437"/>
                  </a:lnTo>
                  <a:lnTo>
                    <a:pt x="497" y="465"/>
                  </a:lnTo>
                  <a:lnTo>
                    <a:pt x="503" y="496"/>
                  </a:lnTo>
                  <a:lnTo>
                    <a:pt x="508" y="531"/>
                  </a:lnTo>
                  <a:lnTo>
                    <a:pt x="514" y="565"/>
                  </a:lnTo>
                  <a:lnTo>
                    <a:pt x="517" y="593"/>
                  </a:lnTo>
                  <a:lnTo>
                    <a:pt x="520" y="631"/>
                  </a:lnTo>
                  <a:lnTo>
                    <a:pt x="523" y="665"/>
                  </a:lnTo>
                  <a:lnTo>
                    <a:pt x="524" y="696"/>
                  </a:lnTo>
                  <a:lnTo>
                    <a:pt x="524" y="74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3992" name="Freeform 8"/>
            <p:cNvSpPr>
              <a:spLocks/>
            </p:cNvSpPr>
            <p:nvPr/>
          </p:nvSpPr>
          <p:spPr bwMode="auto">
            <a:xfrm>
              <a:off x="2322" y="2393"/>
              <a:ext cx="576" cy="685"/>
            </a:xfrm>
            <a:custGeom>
              <a:avLst/>
              <a:gdLst/>
              <a:ahLst/>
              <a:cxnLst>
                <a:cxn ang="0">
                  <a:pos x="667" y="1780"/>
                </a:cxn>
                <a:cxn ang="0">
                  <a:pos x="664" y="1602"/>
                </a:cxn>
                <a:cxn ang="0">
                  <a:pos x="661" y="1333"/>
                </a:cxn>
                <a:cxn ang="0">
                  <a:pos x="661" y="737"/>
                </a:cxn>
                <a:cxn ang="0">
                  <a:pos x="658" y="544"/>
                </a:cxn>
                <a:cxn ang="0">
                  <a:pos x="653" y="447"/>
                </a:cxn>
                <a:cxn ang="0">
                  <a:pos x="646" y="356"/>
                </a:cxn>
                <a:cxn ang="0">
                  <a:pos x="633" y="272"/>
                </a:cxn>
                <a:cxn ang="0">
                  <a:pos x="620" y="216"/>
                </a:cxn>
                <a:cxn ang="0">
                  <a:pos x="610" y="185"/>
                </a:cxn>
                <a:cxn ang="0">
                  <a:pos x="592" y="141"/>
                </a:cxn>
                <a:cxn ang="0">
                  <a:pos x="572" y="100"/>
                </a:cxn>
                <a:cxn ang="0">
                  <a:pos x="551" y="69"/>
                </a:cxn>
                <a:cxn ang="0">
                  <a:pos x="528" y="44"/>
                </a:cxn>
                <a:cxn ang="0">
                  <a:pos x="503" y="25"/>
                </a:cxn>
                <a:cxn ang="0">
                  <a:pos x="470" y="7"/>
                </a:cxn>
                <a:cxn ang="0">
                  <a:pos x="434" y="0"/>
                </a:cxn>
                <a:cxn ang="0">
                  <a:pos x="397" y="7"/>
                </a:cxn>
                <a:cxn ang="0">
                  <a:pos x="361" y="16"/>
                </a:cxn>
                <a:cxn ang="0">
                  <a:pos x="327" y="35"/>
                </a:cxn>
                <a:cxn ang="0">
                  <a:pos x="295" y="63"/>
                </a:cxn>
                <a:cxn ang="0">
                  <a:pos x="265" y="94"/>
                </a:cxn>
                <a:cxn ang="0">
                  <a:pos x="235" y="132"/>
                </a:cxn>
                <a:cxn ang="0">
                  <a:pos x="204" y="175"/>
                </a:cxn>
                <a:cxn ang="0">
                  <a:pos x="175" y="41"/>
                </a:cxn>
                <a:cxn ang="0">
                  <a:pos x="87" y="50"/>
                </a:cxn>
                <a:cxn ang="0">
                  <a:pos x="9" y="85"/>
                </a:cxn>
                <a:cxn ang="0">
                  <a:pos x="8" y="388"/>
                </a:cxn>
                <a:cxn ang="0">
                  <a:pos x="14" y="665"/>
                </a:cxn>
                <a:cxn ang="0">
                  <a:pos x="17" y="943"/>
                </a:cxn>
                <a:cxn ang="0">
                  <a:pos x="18" y="1386"/>
                </a:cxn>
                <a:cxn ang="0">
                  <a:pos x="14" y="1880"/>
                </a:cxn>
                <a:cxn ang="0">
                  <a:pos x="98" y="1895"/>
                </a:cxn>
                <a:cxn ang="0">
                  <a:pos x="184" y="1867"/>
                </a:cxn>
                <a:cxn ang="0">
                  <a:pos x="179" y="1627"/>
                </a:cxn>
                <a:cxn ang="0">
                  <a:pos x="175" y="1383"/>
                </a:cxn>
                <a:cxn ang="0">
                  <a:pos x="172" y="1140"/>
                </a:cxn>
                <a:cxn ang="0">
                  <a:pos x="172" y="506"/>
                </a:cxn>
                <a:cxn ang="0">
                  <a:pos x="218" y="428"/>
                </a:cxn>
                <a:cxn ang="0">
                  <a:pos x="263" y="366"/>
                </a:cxn>
                <a:cxn ang="0">
                  <a:pos x="288" y="341"/>
                </a:cxn>
                <a:cxn ang="0">
                  <a:pos x="313" y="322"/>
                </a:cxn>
                <a:cxn ang="0">
                  <a:pos x="334" y="313"/>
                </a:cxn>
                <a:cxn ang="0">
                  <a:pos x="354" y="306"/>
                </a:cxn>
                <a:cxn ang="0">
                  <a:pos x="388" y="310"/>
                </a:cxn>
                <a:cxn ang="0">
                  <a:pos x="404" y="316"/>
                </a:cxn>
                <a:cxn ang="0">
                  <a:pos x="420" y="325"/>
                </a:cxn>
                <a:cxn ang="0">
                  <a:pos x="434" y="341"/>
                </a:cxn>
                <a:cxn ang="0">
                  <a:pos x="452" y="369"/>
                </a:cxn>
                <a:cxn ang="0">
                  <a:pos x="462" y="391"/>
                </a:cxn>
                <a:cxn ang="0">
                  <a:pos x="475" y="434"/>
                </a:cxn>
                <a:cxn ang="0">
                  <a:pos x="487" y="497"/>
                </a:cxn>
                <a:cxn ang="0">
                  <a:pos x="497" y="569"/>
                </a:cxn>
                <a:cxn ang="0">
                  <a:pos x="503" y="644"/>
                </a:cxn>
                <a:cxn ang="0">
                  <a:pos x="506" y="722"/>
                </a:cxn>
                <a:cxn ang="0">
                  <a:pos x="507" y="881"/>
                </a:cxn>
                <a:cxn ang="0">
                  <a:pos x="507" y="1021"/>
                </a:cxn>
                <a:cxn ang="0">
                  <a:pos x="506" y="1880"/>
                </a:cxn>
                <a:cxn ang="0">
                  <a:pos x="588" y="1895"/>
                </a:cxn>
                <a:cxn ang="0">
                  <a:pos x="670" y="1867"/>
                </a:cxn>
              </a:cxnLst>
              <a:rect l="0" t="0" r="r" b="b"/>
              <a:pathLst>
                <a:path w="670" h="1905">
                  <a:moveTo>
                    <a:pt x="670" y="1867"/>
                  </a:moveTo>
                  <a:lnTo>
                    <a:pt x="667" y="1780"/>
                  </a:lnTo>
                  <a:lnTo>
                    <a:pt x="665" y="1689"/>
                  </a:lnTo>
                  <a:lnTo>
                    <a:pt x="664" y="1602"/>
                  </a:lnTo>
                  <a:lnTo>
                    <a:pt x="662" y="1511"/>
                  </a:lnTo>
                  <a:lnTo>
                    <a:pt x="661" y="1333"/>
                  </a:lnTo>
                  <a:lnTo>
                    <a:pt x="661" y="1155"/>
                  </a:lnTo>
                  <a:lnTo>
                    <a:pt x="661" y="737"/>
                  </a:lnTo>
                  <a:lnTo>
                    <a:pt x="660" y="644"/>
                  </a:lnTo>
                  <a:lnTo>
                    <a:pt x="658" y="544"/>
                  </a:lnTo>
                  <a:lnTo>
                    <a:pt x="656" y="494"/>
                  </a:lnTo>
                  <a:lnTo>
                    <a:pt x="653" y="447"/>
                  </a:lnTo>
                  <a:lnTo>
                    <a:pt x="651" y="400"/>
                  </a:lnTo>
                  <a:lnTo>
                    <a:pt x="646" y="356"/>
                  </a:lnTo>
                  <a:lnTo>
                    <a:pt x="639" y="313"/>
                  </a:lnTo>
                  <a:lnTo>
                    <a:pt x="633" y="272"/>
                  </a:lnTo>
                  <a:lnTo>
                    <a:pt x="624" y="235"/>
                  </a:lnTo>
                  <a:lnTo>
                    <a:pt x="620" y="216"/>
                  </a:lnTo>
                  <a:lnTo>
                    <a:pt x="615" y="200"/>
                  </a:lnTo>
                  <a:lnTo>
                    <a:pt x="610" y="185"/>
                  </a:lnTo>
                  <a:lnTo>
                    <a:pt x="605" y="169"/>
                  </a:lnTo>
                  <a:lnTo>
                    <a:pt x="592" y="141"/>
                  </a:lnTo>
                  <a:lnTo>
                    <a:pt x="579" y="113"/>
                  </a:lnTo>
                  <a:lnTo>
                    <a:pt x="572" y="100"/>
                  </a:lnTo>
                  <a:lnTo>
                    <a:pt x="566" y="91"/>
                  </a:lnTo>
                  <a:lnTo>
                    <a:pt x="551" y="69"/>
                  </a:lnTo>
                  <a:lnTo>
                    <a:pt x="535" y="50"/>
                  </a:lnTo>
                  <a:lnTo>
                    <a:pt x="528" y="44"/>
                  </a:lnTo>
                  <a:lnTo>
                    <a:pt x="520" y="38"/>
                  </a:lnTo>
                  <a:lnTo>
                    <a:pt x="503" y="25"/>
                  </a:lnTo>
                  <a:lnTo>
                    <a:pt x="487" y="13"/>
                  </a:lnTo>
                  <a:lnTo>
                    <a:pt x="470" y="7"/>
                  </a:lnTo>
                  <a:lnTo>
                    <a:pt x="452" y="4"/>
                  </a:lnTo>
                  <a:lnTo>
                    <a:pt x="434" y="0"/>
                  </a:lnTo>
                  <a:lnTo>
                    <a:pt x="415" y="4"/>
                  </a:lnTo>
                  <a:lnTo>
                    <a:pt x="397" y="7"/>
                  </a:lnTo>
                  <a:lnTo>
                    <a:pt x="379" y="10"/>
                  </a:lnTo>
                  <a:lnTo>
                    <a:pt x="361" y="16"/>
                  </a:lnTo>
                  <a:lnTo>
                    <a:pt x="344" y="25"/>
                  </a:lnTo>
                  <a:lnTo>
                    <a:pt x="327" y="35"/>
                  </a:lnTo>
                  <a:lnTo>
                    <a:pt x="312" y="47"/>
                  </a:lnTo>
                  <a:lnTo>
                    <a:pt x="295" y="63"/>
                  </a:lnTo>
                  <a:lnTo>
                    <a:pt x="280" y="79"/>
                  </a:lnTo>
                  <a:lnTo>
                    <a:pt x="265" y="94"/>
                  </a:lnTo>
                  <a:lnTo>
                    <a:pt x="249" y="113"/>
                  </a:lnTo>
                  <a:lnTo>
                    <a:pt x="235" y="132"/>
                  </a:lnTo>
                  <a:lnTo>
                    <a:pt x="220" y="153"/>
                  </a:lnTo>
                  <a:lnTo>
                    <a:pt x="204" y="175"/>
                  </a:lnTo>
                  <a:lnTo>
                    <a:pt x="173" y="222"/>
                  </a:lnTo>
                  <a:lnTo>
                    <a:pt x="175" y="41"/>
                  </a:lnTo>
                  <a:lnTo>
                    <a:pt x="164" y="13"/>
                  </a:lnTo>
                  <a:lnTo>
                    <a:pt x="87" y="50"/>
                  </a:lnTo>
                  <a:lnTo>
                    <a:pt x="48" y="66"/>
                  </a:lnTo>
                  <a:lnTo>
                    <a:pt x="9" y="85"/>
                  </a:lnTo>
                  <a:lnTo>
                    <a:pt x="0" y="110"/>
                  </a:lnTo>
                  <a:lnTo>
                    <a:pt x="8" y="388"/>
                  </a:lnTo>
                  <a:lnTo>
                    <a:pt x="12" y="525"/>
                  </a:lnTo>
                  <a:lnTo>
                    <a:pt x="14" y="665"/>
                  </a:lnTo>
                  <a:lnTo>
                    <a:pt x="16" y="806"/>
                  </a:lnTo>
                  <a:lnTo>
                    <a:pt x="17" y="943"/>
                  </a:lnTo>
                  <a:lnTo>
                    <a:pt x="18" y="1221"/>
                  </a:lnTo>
                  <a:lnTo>
                    <a:pt x="18" y="1386"/>
                  </a:lnTo>
                  <a:lnTo>
                    <a:pt x="17" y="1552"/>
                  </a:lnTo>
                  <a:lnTo>
                    <a:pt x="14" y="1880"/>
                  </a:lnTo>
                  <a:lnTo>
                    <a:pt x="21" y="1905"/>
                  </a:lnTo>
                  <a:lnTo>
                    <a:pt x="98" y="1895"/>
                  </a:lnTo>
                  <a:lnTo>
                    <a:pt x="175" y="1889"/>
                  </a:lnTo>
                  <a:lnTo>
                    <a:pt x="184" y="1867"/>
                  </a:lnTo>
                  <a:lnTo>
                    <a:pt x="181" y="1745"/>
                  </a:lnTo>
                  <a:lnTo>
                    <a:pt x="179" y="1627"/>
                  </a:lnTo>
                  <a:lnTo>
                    <a:pt x="176" y="1505"/>
                  </a:lnTo>
                  <a:lnTo>
                    <a:pt x="175" y="1383"/>
                  </a:lnTo>
                  <a:lnTo>
                    <a:pt x="173" y="1262"/>
                  </a:lnTo>
                  <a:lnTo>
                    <a:pt x="172" y="1140"/>
                  </a:lnTo>
                  <a:lnTo>
                    <a:pt x="172" y="896"/>
                  </a:lnTo>
                  <a:lnTo>
                    <a:pt x="172" y="506"/>
                  </a:lnTo>
                  <a:lnTo>
                    <a:pt x="195" y="466"/>
                  </a:lnTo>
                  <a:lnTo>
                    <a:pt x="218" y="428"/>
                  </a:lnTo>
                  <a:lnTo>
                    <a:pt x="240" y="394"/>
                  </a:lnTo>
                  <a:lnTo>
                    <a:pt x="263" y="366"/>
                  </a:lnTo>
                  <a:lnTo>
                    <a:pt x="276" y="350"/>
                  </a:lnTo>
                  <a:lnTo>
                    <a:pt x="288" y="341"/>
                  </a:lnTo>
                  <a:lnTo>
                    <a:pt x="300" y="328"/>
                  </a:lnTo>
                  <a:lnTo>
                    <a:pt x="313" y="322"/>
                  </a:lnTo>
                  <a:lnTo>
                    <a:pt x="326" y="316"/>
                  </a:lnTo>
                  <a:lnTo>
                    <a:pt x="334" y="313"/>
                  </a:lnTo>
                  <a:lnTo>
                    <a:pt x="340" y="310"/>
                  </a:lnTo>
                  <a:lnTo>
                    <a:pt x="354" y="306"/>
                  </a:lnTo>
                  <a:lnTo>
                    <a:pt x="368" y="306"/>
                  </a:lnTo>
                  <a:lnTo>
                    <a:pt x="388" y="310"/>
                  </a:lnTo>
                  <a:lnTo>
                    <a:pt x="395" y="313"/>
                  </a:lnTo>
                  <a:lnTo>
                    <a:pt x="404" y="316"/>
                  </a:lnTo>
                  <a:lnTo>
                    <a:pt x="412" y="319"/>
                  </a:lnTo>
                  <a:lnTo>
                    <a:pt x="420" y="325"/>
                  </a:lnTo>
                  <a:lnTo>
                    <a:pt x="426" y="331"/>
                  </a:lnTo>
                  <a:lnTo>
                    <a:pt x="434" y="341"/>
                  </a:lnTo>
                  <a:lnTo>
                    <a:pt x="445" y="359"/>
                  </a:lnTo>
                  <a:lnTo>
                    <a:pt x="452" y="369"/>
                  </a:lnTo>
                  <a:lnTo>
                    <a:pt x="457" y="378"/>
                  </a:lnTo>
                  <a:lnTo>
                    <a:pt x="462" y="391"/>
                  </a:lnTo>
                  <a:lnTo>
                    <a:pt x="466" y="406"/>
                  </a:lnTo>
                  <a:lnTo>
                    <a:pt x="475" y="434"/>
                  </a:lnTo>
                  <a:lnTo>
                    <a:pt x="481" y="466"/>
                  </a:lnTo>
                  <a:lnTo>
                    <a:pt x="487" y="497"/>
                  </a:lnTo>
                  <a:lnTo>
                    <a:pt x="493" y="531"/>
                  </a:lnTo>
                  <a:lnTo>
                    <a:pt x="497" y="569"/>
                  </a:lnTo>
                  <a:lnTo>
                    <a:pt x="501" y="603"/>
                  </a:lnTo>
                  <a:lnTo>
                    <a:pt x="503" y="644"/>
                  </a:lnTo>
                  <a:lnTo>
                    <a:pt x="504" y="681"/>
                  </a:lnTo>
                  <a:lnTo>
                    <a:pt x="506" y="722"/>
                  </a:lnTo>
                  <a:lnTo>
                    <a:pt x="507" y="803"/>
                  </a:lnTo>
                  <a:lnTo>
                    <a:pt x="507" y="881"/>
                  </a:lnTo>
                  <a:lnTo>
                    <a:pt x="507" y="953"/>
                  </a:lnTo>
                  <a:lnTo>
                    <a:pt x="507" y="1021"/>
                  </a:lnTo>
                  <a:lnTo>
                    <a:pt x="507" y="1452"/>
                  </a:lnTo>
                  <a:lnTo>
                    <a:pt x="506" y="1880"/>
                  </a:lnTo>
                  <a:lnTo>
                    <a:pt x="513" y="1905"/>
                  </a:lnTo>
                  <a:lnTo>
                    <a:pt x="588" y="1895"/>
                  </a:lnTo>
                  <a:lnTo>
                    <a:pt x="661" y="1889"/>
                  </a:lnTo>
                  <a:lnTo>
                    <a:pt x="670" y="18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3993" name="Freeform 9"/>
            <p:cNvSpPr>
              <a:spLocks noEditPoints="1"/>
            </p:cNvSpPr>
            <p:nvPr/>
          </p:nvSpPr>
          <p:spPr bwMode="auto">
            <a:xfrm>
              <a:off x="3012" y="2035"/>
              <a:ext cx="605" cy="1039"/>
            </a:xfrm>
            <a:custGeom>
              <a:avLst/>
              <a:gdLst/>
              <a:ahLst/>
              <a:cxnLst>
                <a:cxn ang="0">
                  <a:pos x="688" y="2479"/>
                </a:cxn>
                <a:cxn ang="0">
                  <a:pos x="684" y="1433"/>
                </a:cxn>
                <a:cxn ang="0">
                  <a:pos x="692" y="259"/>
                </a:cxn>
                <a:cxn ang="0">
                  <a:pos x="569" y="60"/>
                </a:cxn>
                <a:cxn ang="0">
                  <a:pos x="533" y="481"/>
                </a:cxn>
                <a:cxn ang="0">
                  <a:pos x="537" y="862"/>
                </a:cxn>
                <a:cxn ang="0">
                  <a:pos x="429" y="955"/>
                </a:cxn>
                <a:cxn ang="0">
                  <a:pos x="315" y="984"/>
                </a:cxn>
                <a:cxn ang="0">
                  <a:pos x="239" y="1040"/>
                </a:cxn>
                <a:cxn ang="0">
                  <a:pos x="180" y="1112"/>
                </a:cxn>
                <a:cxn ang="0">
                  <a:pos x="142" y="1177"/>
                </a:cxn>
                <a:cxn ang="0">
                  <a:pos x="98" y="1280"/>
                </a:cxn>
                <a:cxn ang="0">
                  <a:pos x="70" y="1371"/>
                </a:cxn>
                <a:cxn ang="0">
                  <a:pos x="40" y="1502"/>
                </a:cxn>
                <a:cxn ang="0">
                  <a:pos x="18" y="1642"/>
                </a:cxn>
                <a:cxn ang="0">
                  <a:pos x="6" y="1795"/>
                </a:cxn>
                <a:cxn ang="0">
                  <a:pos x="0" y="1958"/>
                </a:cxn>
                <a:cxn ang="0">
                  <a:pos x="9" y="2192"/>
                </a:cxn>
                <a:cxn ang="0">
                  <a:pos x="38" y="2410"/>
                </a:cxn>
                <a:cxn ang="0">
                  <a:pos x="83" y="2601"/>
                </a:cxn>
                <a:cxn ang="0">
                  <a:pos x="129" y="2716"/>
                </a:cxn>
                <a:cxn ang="0">
                  <a:pos x="185" y="2807"/>
                </a:cxn>
                <a:cxn ang="0">
                  <a:pos x="251" y="2863"/>
                </a:cxn>
                <a:cxn ang="0">
                  <a:pos x="328" y="2885"/>
                </a:cxn>
                <a:cxn ang="0">
                  <a:pos x="385" y="2872"/>
                </a:cxn>
                <a:cxn ang="0">
                  <a:pos x="437" y="2838"/>
                </a:cxn>
                <a:cxn ang="0">
                  <a:pos x="509" y="2747"/>
                </a:cxn>
                <a:cxn ang="0">
                  <a:pos x="615" y="2850"/>
                </a:cxn>
                <a:cxn ang="0">
                  <a:pos x="533" y="2048"/>
                </a:cxn>
                <a:cxn ang="0">
                  <a:pos x="494" y="2476"/>
                </a:cxn>
                <a:cxn ang="0">
                  <a:pos x="456" y="2526"/>
                </a:cxn>
                <a:cxn ang="0">
                  <a:pos x="414" y="2557"/>
                </a:cxn>
                <a:cxn ang="0">
                  <a:pos x="369" y="2566"/>
                </a:cxn>
                <a:cxn ang="0">
                  <a:pos x="307" y="2548"/>
                </a:cxn>
                <a:cxn ang="0">
                  <a:pos x="265" y="2507"/>
                </a:cxn>
                <a:cxn ang="0">
                  <a:pos x="230" y="2448"/>
                </a:cxn>
                <a:cxn ang="0">
                  <a:pos x="203" y="2370"/>
                </a:cxn>
                <a:cxn ang="0">
                  <a:pos x="184" y="2276"/>
                </a:cxn>
                <a:cxn ang="0">
                  <a:pos x="165" y="2117"/>
                </a:cxn>
                <a:cxn ang="0">
                  <a:pos x="161" y="1923"/>
                </a:cxn>
                <a:cxn ang="0">
                  <a:pos x="168" y="1764"/>
                </a:cxn>
                <a:cxn ang="0">
                  <a:pos x="185" y="1627"/>
                </a:cxn>
                <a:cxn ang="0">
                  <a:pos x="211" y="1508"/>
                </a:cxn>
                <a:cxn ang="0">
                  <a:pos x="236" y="1433"/>
                </a:cxn>
                <a:cxn ang="0">
                  <a:pos x="279" y="1349"/>
                </a:cxn>
                <a:cxn ang="0">
                  <a:pos x="330" y="1289"/>
                </a:cxn>
                <a:cxn ang="0">
                  <a:pos x="374" y="1261"/>
                </a:cxn>
                <a:cxn ang="0">
                  <a:pos x="441" y="1243"/>
                </a:cxn>
                <a:cxn ang="0">
                  <a:pos x="514" y="1249"/>
                </a:cxn>
                <a:cxn ang="0">
                  <a:pos x="533" y="1923"/>
                </a:cxn>
              </a:cxnLst>
              <a:rect l="0" t="0" r="r" b="b"/>
              <a:pathLst>
                <a:path w="697" h="2885">
                  <a:moveTo>
                    <a:pt x="697" y="2822"/>
                  </a:moveTo>
                  <a:lnTo>
                    <a:pt x="695" y="2707"/>
                  </a:lnTo>
                  <a:lnTo>
                    <a:pt x="691" y="2594"/>
                  </a:lnTo>
                  <a:lnTo>
                    <a:pt x="688" y="2479"/>
                  </a:lnTo>
                  <a:lnTo>
                    <a:pt x="687" y="2363"/>
                  </a:lnTo>
                  <a:lnTo>
                    <a:pt x="684" y="2132"/>
                  </a:lnTo>
                  <a:lnTo>
                    <a:pt x="684" y="1901"/>
                  </a:lnTo>
                  <a:lnTo>
                    <a:pt x="684" y="1433"/>
                  </a:lnTo>
                  <a:lnTo>
                    <a:pt x="686" y="965"/>
                  </a:lnTo>
                  <a:lnTo>
                    <a:pt x="687" y="728"/>
                  </a:lnTo>
                  <a:lnTo>
                    <a:pt x="688" y="493"/>
                  </a:lnTo>
                  <a:lnTo>
                    <a:pt x="692" y="259"/>
                  </a:lnTo>
                  <a:lnTo>
                    <a:pt x="696" y="25"/>
                  </a:lnTo>
                  <a:lnTo>
                    <a:pt x="686" y="0"/>
                  </a:lnTo>
                  <a:lnTo>
                    <a:pt x="609" y="41"/>
                  </a:lnTo>
                  <a:lnTo>
                    <a:pt x="569" y="60"/>
                  </a:lnTo>
                  <a:lnTo>
                    <a:pt x="530" y="75"/>
                  </a:lnTo>
                  <a:lnTo>
                    <a:pt x="523" y="100"/>
                  </a:lnTo>
                  <a:lnTo>
                    <a:pt x="528" y="291"/>
                  </a:lnTo>
                  <a:lnTo>
                    <a:pt x="533" y="481"/>
                  </a:lnTo>
                  <a:lnTo>
                    <a:pt x="534" y="575"/>
                  </a:lnTo>
                  <a:lnTo>
                    <a:pt x="535" y="671"/>
                  </a:lnTo>
                  <a:lnTo>
                    <a:pt x="535" y="765"/>
                  </a:lnTo>
                  <a:lnTo>
                    <a:pt x="537" y="862"/>
                  </a:lnTo>
                  <a:lnTo>
                    <a:pt x="537" y="962"/>
                  </a:lnTo>
                  <a:lnTo>
                    <a:pt x="493" y="955"/>
                  </a:lnTo>
                  <a:lnTo>
                    <a:pt x="451" y="952"/>
                  </a:lnTo>
                  <a:lnTo>
                    <a:pt x="429" y="955"/>
                  </a:lnTo>
                  <a:lnTo>
                    <a:pt x="406" y="955"/>
                  </a:lnTo>
                  <a:lnTo>
                    <a:pt x="360" y="965"/>
                  </a:lnTo>
                  <a:lnTo>
                    <a:pt x="337" y="974"/>
                  </a:lnTo>
                  <a:lnTo>
                    <a:pt x="315" y="984"/>
                  </a:lnTo>
                  <a:lnTo>
                    <a:pt x="293" y="996"/>
                  </a:lnTo>
                  <a:lnTo>
                    <a:pt x="271" y="1012"/>
                  </a:lnTo>
                  <a:lnTo>
                    <a:pt x="254" y="1024"/>
                  </a:lnTo>
                  <a:lnTo>
                    <a:pt x="239" y="1040"/>
                  </a:lnTo>
                  <a:lnTo>
                    <a:pt x="224" y="1055"/>
                  </a:lnTo>
                  <a:lnTo>
                    <a:pt x="208" y="1071"/>
                  </a:lnTo>
                  <a:lnTo>
                    <a:pt x="194" y="1090"/>
                  </a:lnTo>
                  <a:lnTo>
                    <a:pt x="180" y="1112"/>
                  </a:lnTo>
                  <a:lnTo>
                    <a:pt x="174" y="1121"/>
                  </a:lnTo>
                  <a:lnTo>
                    <a:pt x="167" y="1130"/>
                  </a:lnTo>
                  <a:lnTo>
                    <a:pt x="154" y="1152"/>
                  </a:lnTo>
                  <a:lnTo>
                    <a:pt x="142" y="1177"/>
                  </a:lnTo>
                  <a:lnTo>
                    <a:pt x="130" y="1199"/>
                  </a:lnTo>
                  <a:lnTo>
                    <a:pt x="118" y="1224"/>
                  </a:lnTo>
                  <a:lnTo>
                    <a:pt x="108" y="1252"/>
                  </a:lnTo>
                  <a:lnTo>
                    <a:pt x="98" y="1280"/>
                  </a:lnTo>
                  <a:lnTo>
                    <a:pt x="88" y="1308"/>
                  </a:lnTo>
                  <a:lnTo>
                    <a:pt x="79" y="1339"/>
                  </a:lnTo>
                  <a:lnTo>
                    <a:pt x="74" y="1355"/>
                  </a:lnTo>
                  <a:lnTo>
                    <a:pt x="70" y="1371"/>
                  </a:lnTo>
                  <a:lnTo>
                    <a:pt x="62" y="1402"/>
                  </a:lnTo>
                  <a:lnTo>
                    <a:pt x="54" y="1433"/>
                  </a:lnTo>
                  <a:lnTo>
                    <a:pt x="47" y="1467"/>
                  </a:lnTo>
                  <a:lnTo>
                    <a:pt x="40" y="1502"/>
                  </a:lnTo>
                  <a:lnTo>
                    <a:pt x="34" y="1536"/>
                  </a:lnTo>
                  <a:lnTo>
                    <a:pt x="27" y="1570"/>
                  </a:lnTo>
                  <a:lnTo>
                    <a:pt x="22" y="1608"/>
                  </a:lnTo>
                  <a:lnTo>
                    <a:pt x="18" y="1642"/>
                  </a:lnTo>
                  <a:lnTo>
                    <a:pt x="15" y="1680"/>
                  </a:lnTo>
                  <a:lnTo>
                    <a:pt x="11" y="1717"/>
                  </a:lnTo>
                  <a:lnTo>
                    <a:pt x="8" y="1755"/>
                  </a:lnTo>
                  <a:lnTo>
                    <a:pt x="6" y="1795"/>
                  </a:lnTo>
                  <a:lnTo>
                    <a:pt x="3" y="1833"/>
                  </a:lnTo>
                  <a:lnTo>
                    <a:pt x="2" y="1873"/>
                  </a:lnTo>
                  <a:lnTo>
                    <a:pt x="2" y="1914"/>
                  </a:lnTo>
                  <a:lnTo>
                    <a:pt x="0" y="1958"/>
                  </a:lnTo>
                  <a:lnTo>
                    <a:pt x="2" y="2017"/>
                  </a:lnTo>
                  <a:lnTo>
                    <a:pt x="3" y="2076"/>
                  </a:lnTo>
                  <a:lnTo>
                    <a:pt x="6" y="2135"/>
                  </a:lnTo>
                  <a:lnTo>
                    <a:pt x="9" y="2192"/>
                  </a:lnTo>
                  <a:lnTo>
                    <a:pt x="15" y="2248"/>
                  </a:lnTo>
                  <a:lnTo>
                    <a:pt x="21" y="2304"/>
                  </a:lnTo>
                  <a:lnTo>
                    <a:pt x="29" y="2357"/>
                  </a:lnTo>
                  <a:lnTo>
                    <a:pt x="38" y="2410"/>
                  </a:lnTo>
                  <a:lnTo>
                    <a:pt x="47" y="2463"/>
                  </a:lnTo>
                  <a:lnTo>
                    <a:pt x="57" y="2510"/>
                  </a:lnTo>
                  <a:lnTo>
                    <a:pt x="70" y="2557"/>
                  </a:lnTo>
                  <a:lnTo>
                    <a:pt x="83" y="2601"/>
                  </a:lnTo>
                  <a:lnTo>
                    <a:pt x="97" y="2641"/>
                  </a:lnTo>
                  <a:lnTo>
                    <a:pt x="104" y="2663"/>
                  </a:lnTo>
                  <a:lnTo>
                    <a:pt x="112" y="2682"/>
                  </a:lnTo>
                  <a:lnTo>
                    <a:pt x="129" y="2716"/>
                  </a:lnTo>
                  <a:lnTo>
                    <a:pt x="145" y="2750"/>
                  </a:lnTo>
                  <a:lnTo>
                    <a:pt x="156" y="2766"/>
                  </a:lnTo>
                  <a:lnTo>
                    <a:pt x="165" y="2782"/>
                  </a:lnTo>
                  <a:lnTo>
                    <a:pt x="185" y="2807"/>
                  </a:lnTo>
                  <a:lnTo>
                    <a:pt x="206" y="2828"/>
                  </a:lnTo>
                  <a:lnTo>
                    <a:pt x="216" y="2841"/>
                  </a:lnTo>
                  <a:lnTo>
                    <a:pt x="228" y="2847"/>
                  </a:lnTo>
                  <a:lnTo>
                    <a:pt x="251" y="2863"/>
                  </a:lnTo>
                  <a:lnTo>
                    <a:pt x="275" y="2875"/>
                  </a:lnTo>
                  <a:lnTo>
                    <a:pt x="288" y="2878"/>
                  </a:lnTo>
                  <a:lnTo>
                    <a:pt x="301" y="2882"/>
                  </a:lnTo>
                  <a:lnTo>
                    <a:pt x="328" y="2885"/>
                  </a:lnTo>
                  <a:lnTo>
                    <a:pt x="343" y="2882"/>
                  </a:lnTo>
                  <a:lnTo>
                    <a:pt x="358" y="2882"/>
                  </a:lnTo>
                  <a:lnTo>
                    <a:pt x="372" y="2878"/>
                  </a:lnTo>
                  <a:lnTo>
                    <a:pt x="385" y="2872"/>
                  </a:lnTo>
                  <a:lnTo>
                    <a:pt x="399" y="2866"/>
                  </a:lnTo>
                  <a:lnTo>
                    <a:pt x="412" y="2860"/>
                  </a:lnTo>
                  <a:lnTo>
                    <a:pt x="425" y="2850"/>
                  </a:lnTo>
                  <a:lnTo>
                    <a:pt x="437" y="2838"/>
                  </a:lnTo>
                  <a:lnTo>
                    <a:pt x="461" y="2813"/>
                  </a:lnTo>
                  <a:lnTo>
                    <a:pt x="484" y="2782"/>
                  </a:lnTo>
                  <a:lnTo>
                    <a:pt x="497" y="2766"/>
                  </a:lnTo>
                  <a:lnTo>
                    <a:pt x="509" y="2747"/>
                  </a:lnTo>
                  <a:lnTo>
                    <a:pt x="532" y="2707"/>
                  </a:lnTo>
                  <a:lnTo>
                    <a:pt x="529" y="2835"/>
                  </a:lnTo>
                  <a:lnTo>
                    <a:pt x="539" y="2860"/>
                  </a:lnTo>
                  <a:lnTo>
                    <a:pt x="615" y="2850"/>
                  </a:lnTo>
                  <a:lnTo>
                    <a:pt x="691" y="2844"/>
                  </a:lnTo>
                  <a:lnTo>
                    <a:pt x="697" y="2822"/>
                  </a:lnTo>
                  <a:close/>
                  <a:moveTo>
                    <a:pt x="533" y="1923"/>
                  </a:moveTo>
                  <a:lnTo>
                    <a:pt x="533" y="2048"/>
                  </a:lnTo>
                  <a:lnTo>
                    <a:pt x="533" y="2167"/>
                  </a:lnTo>
                  <a:lnTo>
                    <a:pt x="530" y="2410"/>
                  </a:lnTo>
                  <a:lnTo>
                    <a:pt x="512" y="2445"/>
                  </a:lnTo>
                  <a:lnTo>
                    <a:pt x="494" y="2476"/>
                  </a:lnTo>
                  <a:lnTo>
                    <a:pt x="485" y="2488"/>
                  </a:lnTo>
                  <a:lnTo>
                    <a:pt x="475" y="2501"/>
                  </a:lnTo>
                  <a:lnTo>
                    <a:pt x="466" y="2513"/>
                  </a:lnTo>
                  <a:lnTo>
                    <a:pt x="456" y="2526"/>
                  </a:lnTo>
                  <a:lnTo>
                    <a:pt x="446" y="2535"/>
                  </a:lnTo>
                  <a:lnTo>
                    <a:pt x="435" y="2541"/>
                  </a:lnTo>
                  <a:lnTo>
                    <a:pt x="425" y="2551"/>
                  </a:lnTo>
                  <a:lnTo>
                    <a:pt x="414" y="2557"/>
                  </a:lnTo>
                  <a:lnTo>
                    <a:pt x="403" y="2560"/>
                  </a:lnTo>
                  <a:lnTo>
                    <a:pt x="392" y="2563"/>
                  </a:lnTo>
                  <a:lnTo>
                    <a:pt x="380" y="2566"/>
                  </a:lnTo>
                  <a:lnTo>
                    <a:pt x="369" y="2566"/>
                  </a:lnTo>
                  <a:lnTo>
                    <a:pt x="343" y="2563"/>
                  </a:lnTo>
                  <a:lnTo>
                    <a:pt x="330" y="2557"/>
                  </a:lnTo>
                  <a:lnTo>
                    <a:pt x="319" y="2554"/>
                  </a:lnTo>
                  <a:lnTo>
                    <a:pt x="307" y="2548"/>
                  </a:lnTo>
                  <a:lnTo>
                    <a:pt x="296" y="2538"/>
                  </a:lnTo>
                  <a:lnTo>
                    <a:pt x="285" y="2529"/>
                  </a:lnTo>
                  <a:lnTo>
                    <a:pt x="275" y="2519"/>
                  </a:lnTo>
                  <a:lnTo>
                    <a:pt x="265" y="2507"/>
                  </a:lnTo>
                  <a:lnTo>
                    <a:pt x="256" y="2494"/>
                  </a:lnTo>
                  <a:lnTo>
                    <a:pt x="247" y="2479"/>
                  </a:lnTo>
                  <a:lnTo>
                    <a:pt x="238" y="2463"/>
                  </a:lnTo>
                  <a:lnTo>
                    <a:pt x="230" y="2448"/>
                  </a:lnTo>
                  <a:lnTo>
                    <a:pt x="224" y="2429"/>
                  </a:lnTo>
                  <a:lnTo>
                    <a:pt x="216" y="2410"/>
                  </a:lnTo>
                  <a:lnTo>
                    <a:pt x="210" y="2388"/>
                  </a:lnTo>
                  <a:lnTo>
                    <a:pt x="203" y="2370"/>
                  </a:lnTo>
                  <a:lnTo>
                    <a:pt x="198" y="2345"/>
                  </a:lnTo>
                  <a:lnTo>
                    <a:pt x="193" y="2323"/>
                  </a:lnTo>
                  <a:lnTo>
                    <a:pt x="188" y="2301"/>
                  </a:lnTo>
                  <a:lnTo>
                    <a:pt x="184" y="2276"/>
                  </a:lnTo>
                  <a:lnTo>
                    <a:pt x="180" y="2251"/>
                  </a:lnTo>
                  <a:lnTo>
                    <a:pt x="172" y="2198"/>
                  </a:lnTo>
                  <a:lnTo>
                    <a:pt x="167" y="2145"/>
                  </a:lnTo>
                  <a:lnTo>
                    <a:pt x="165" y="2117"/>
                  </a:lnTo>
                  <a:lnTo>
                    <a:pt x="163" y="2089"/>
                  </a:lnTo>
                  <a:lnTo>
                    <a:pt x="161" y="2029"/>
                  </a:lnTo>
                  <a:lnTo>
                    <a:pt x="161" y="1967"/>
                  </a:lnTo>
                  <a:lnTo>
                    <a:pt x="161" y="1923"/>
                  </a:lnTo>
                  <a:lnTo>
                    <a:pt x="162" y="1883"/>
                  </a:lnTo>
                  <a:lnTo>
                    <a:pt x="163" y="1842"/>
                  </a:lnTo>
                  <a:lnTo>
                    <a:pt x="166" y="1805"/>
                  </a:lnTo>
                  <a:lnTo>
                    <a:pt x="168" y="1764"/>
                  </a:lnTo>
                  <a:lnTo>
                    <a:pt x="171" y="1730"/>
                  </a:lnTo>
                  <a:lnTo>
                    <a:pt x="175" y="1692"/>
                  </a:lnTo>
                  <a:lnTo>
                    <a:pt x="180" y="1658"/>
                  </a:lnTo>
                  <a:lnTo>
                    <a:pt x="185" y="1627"/>
                  </a:lnTo>
                  <a:lnTo>
                    <a:pt x="190" y="1595"/>
                  </a:lnTo>
                  <a:lnTo>
                    <a:pt x="197" y="1564"/>
                  </a:lnTo>
                  <a:lnTo>
                    <a:pt x="203" y="1536"/>
                  </a:lnTo>
                  <a:lnTo>
                    <a:pt x="211" y="1508"/>
                  </a:lnTo>
                  <a:lnTo>
                    <a:pt x="219" y="1480"/>
                  </a:lnTo>
                  <a:lnTo>
                    <a:pt x="222" y="1467"/>
                  </a:lnTo>
                  <a:lnTo>
                    <a:pt x="228" y="1455"/>
                  </a:lnTo>
                  <a:lnTo>
                    <a:pt x="236" y="1433"/>
                  </a:lnTo>
                  <a:lnTo>
                    <a:pt x="245" y="1408"/>
                  </a:lnTo>
                  <a:lnTo>
                    <a:pt x="256" y="1386"/>
                  </a:lnTo>
                  <a:lnTo>
                    <a:pt x="267" y="1368"/>
                  </a:lnTo>
                  <a:lnTo>
                    <a:pt x="279" y="1349"/>
                  </a:lnTo>
                  <a:lnTo>
                    <a:pt x="290" y="1333"/>
                  </a:lnTo>
                  <a:lnTo>
                    <a:pt x="303" y="1318"/>
                  </a:lnTo>
                  <a:lnTo>
                    <a:pt x="316" y="1302"/>
                  </a:lnTo>
                  <a:lnTo>
                    <a:pt x="330" y="1289"/>
                  </a:lnTo>
                  <a:lnTo>
                    <a:pt x="344" y="1280"/>
                  </a:lnTo>
                  <a:lnTo>
                    <a:pt x="351" y="1274"/>
                  </a:lnTo>
                  <a:lnTo>
                    <a:pt x="358" y="1271"/>
                  </a:lnTo>
                  <a:lnTo>
                    <a:pt x="374" y="1261"/>
                  </a:lnTo>
                  <a:lnTo>
                    <a:pt x="389" y="1255"/>
                  </a:lnTo>
                  <a:lnTo>
                    <a:pt x="406" y="1249"/>
                  </a:lnTo>
                  <a:lnTo>
                    <a:pt x="423" y="1246"/>
                  </a:lnTo>
                  <a:lnTo>
                    <a:pt x="441" y="1243"/>
                  </a:lnTo>
                  <a:lnTo>
                    <a:pt x="458" y="1243"/>
                  </a:lnTo>
                  <a:lnTo>
                    <a:pt x="476" y="1243"/>
                  </a:lnTo>
                  <a:lnTo>
                    <a:pt x="496" y="1246"/>
                  </a:lnTo>
                  <a:lnTo>
                    <a:pt x="514" y="1249"/>
                  </a:lnTo>
                  <a:lnTo>
                    <a:pt x="532" y="1252"/>
                  </a:lnTo>
                  <a:lnTo>
                    <a:pt x="533" y="1483"/>
                  </a:lnTo>
                  <a:lnTo>
                    <a:pt x="533" y="1714"/>
                  </a:lnTo>
                  <a:lnTo>
                    <a:pt x="533" y="192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3994" name="Freeform 10"/>
            <p:cNvSpPr>
              <a:spLocks noEditPoints="1"/>
            </p:cNvSpPr>
            <p:nvPr/>
          </p:nvSpPr>
          <p:spPr bwMode="auto">
            <a:xfrm>
              <a:off x="3727" y="2359"/>
              <a:ext cx="528" cy="700"/>
            </a:xfrm>
            <a:custGeom>
              <a:avLst/>
              <a:gdLst/>
              <a:ahLst/>
              <a:cxnLst>
                <a:cxn ang="0">
                  <a:pos x="608" y="1611"/>
                </a:cxn>
                <a:cxn ang="0">
                  <a:pos x="605" y="578"/>
                </a:cxn>
                <a:cxn ang="0">
                  <a:pos x="600" y="437"/>
                </a:cxn>
                <a:cxn ang="0">
                  <a:pos x="587" y="315"/>
                </a:cxn>
                <a:cxn ang="0">
                  <a:pos x="566" y="216"/>
                </a:cxn>
                <a:cxn ang="0">
                  <a:pos x="536" y="137"/>
                </a:cxn>
                <a:cxn ang="0">
                  <a:pos x="499" y="75"/>
                </a:cxn>
                <a:cxn ang="0">
                  <a:pos x="444" y="25"/>
                </a:cxn>
                <a:cxn ang="0">
                  <a:pos x="392" y="3"/>
                </a:cxn>
                <a:cxn ang="0">
                  <a:pos x="323" y="3"/>
                </a:cxn>
                <a:cxn ang="0">
                  <a:pos x="213" y="38"/>
                </a:cxn>
                <a:cxn ang="0">
                  <a:pos x="127" y="94"/>
                </a:cxn>
                <a:cxn ang="0">
                  <a:pos x="88" y="141"/>
                </a:cxn>
                <a:cxn ang="0">
                  <a:pos x="95" y="418"/>
                </a:cxn>
                <a:cxn ang="0">
                  <a:pos x="191" y="328"/>
                </a:cxn>
                <a:cxn ang="0">
                  <a:pos x="244" y="297"/>
                </a:cxn>
                <a:cxn ang="0">
                  <a:pos x="303" y="281"/>
                </a:cxn>
                <a:cxn ang="0">
                  <a:pos x="351" y="287"/>
                </a:cxn>
                <a:cxn ang="0">
                  <a:pos x="404" y="325"/>
                </a:cxn>
                <a:cxn ang="0">
                  <a:pos x="426" y="372"/>
                </a:cxn>
                <a:cxn ang="0">
                  <a:pos x="446" y="462"/>
                </a:cxn>
                <a:cxn ang="0">
                  <a:pos x="453" y="606"/>
                </a:cxn>
                <a:cxn ang="0">
                  <a:pos x="317" y="684"/>
                </a:cxn>
                <a:cxn ang="0">
                  <a:pos x="218" y="737"/>
                </a:cxn>
                <a:cxn ang="0">
                  <a:pos x="145" y="805"/>
                </a:cxn>
                <a:cxn ang="0">
                  <a:pos x="82" y="899"/>
                </a:cxn>
                <a:cxn ang="0">
                  <a:pos x="47" y="980"/>
                </a:cxn>
                <a:cxn ang="0">
                  <a:pos x="22" y="1080"/>
                </a:cxn>
                <a:cxn ang="0">
                  <a:pos x="6" y="1202"/>
                </a:cxn>
                <a:cxn ang="0">
                  <a:pos x="0" y="1346"/>
                </a:cxn>
                <a:cxn ang="0">
                  <a:pos x="5" y="1477"/>
                </a:cxn>
                <a:cxn ang="0">
                  <a:pos x="19" y="1592"/>
                </a:cxn>
                <a:cxn ang="0">
                  <a:pos x="41" y="1692"/>
                </a:cxn>
                <a:cxn ang="0">
                  <a:pos x="72" y="1779"/>
                </a:cxn>
                <a:cxn ang="0">
                  <a:pos x="109" y="1851"/>
                </a:cxn>
                <a:cxn ang="0">
                  <a:pos x="151" y="1901"/>
                </a:cxn>
                <a:cxn ang="0">
                  <a:pos x="199" y="1932"/>
                </a:cxn>
                <a:cxn ang="0">
                  <a:pos x="253" y="1945"/>
                </a:cxn>
                <a:cxn ang="0">
                  <a:pos x="308" y="1932"/>
                </a:cxn>
                <a:cxn ang="0">
                  <a:pos x="360" y="1898"/>
                </a:cxn>
                <a:cxn ang="0">
                  <a:pos x="409" y="1842"/>
                </a:cxn>
                <a:cxn ang="0">
                  <a:pos x="453" y="1764"/>
                </a:cxn>
                <a:cxn ang="0">
                  <a:pos x="607" y="1898"/>
                </a:cxn>
                <a:cxn ang="0">
                  <a:pos x="437" y="1533"/>
                </a:cxn>
                <a:cxn ang="0">
                  <a:pos x="400" y="1592"/>
                </a:cxn>
                <a:cxn ang="0">
                  <a:pos x="348" y="1639"/>
                </a:cxn>
                <a:cxn ang="0">
                  <a:pos x="277" y="1651"/>
                </a:cxn>
                <a:cxn ang="0">
                  <a:pos x="224" y="1617"/>
                </a:cxn>
                <a:cxn ang="0">
                  <a:pos x="194" y="1561"/>
                </a:cxn>
                <a:cxn ang="0">
                  <a:pos x="172" y="1486"/>
                </a:cxn>
                <a:cxn ang="0">
                  <a:pos x="159" y="1395"/>
                </a:cxn>
                <a:cxn ang="0">
                  <a:pos x="159" y="1261"/>
                </a:cxn>
                <a:cxn ang="0">
                  <a:pos x="168" y="1189"/>
                </a:cxn>
                <a:cxn ang="0">
                  <a:pos x="188" y="1111"/>
                </a:cxn>
                <a:cxn ang="0">
                  <a:pos x="210" y="1065"/>
                </a:cxn>
                <a:cxn ang="0">
                  <a:pos x="267" y="993"/>
                </a:cxn>
                <a:cxn ang="0">
                  <a:pos x="331" y="946"/>
                </a:cxn>
                <a:cxn ang="0">
                  <a:pos x="455" y="899"/>
                </a:cxn>
              </a:cxnLst>
              <a:rect l="0" t="0" r="r" b="b"/>
              <a:pathLst>
                <a:path w="614" h="1945">
                  <a:moveTo>
                    <a:pt x="614" y="1879"/>
                  </a:moveTo>
                  <a:lnTo>
                    <a:pt x="612" y="1792"/>
                  </a:lnTo>
                  <a:lnTo>
                    <a:pt x="611" y="1701"/>
                  </a:lnTo>
                  <a:lnTo>
                    <a:pt x="608" y="1611"/>
                  </a:lnTo>
                  <a:lnTo>
                    <a:pt x="608" y="1523"/>
                  </a:lnTo>
                  <a:lnTo>
                    <a:pt x="607" y="1342"/>
                  </a:lnTo>
                  <a:lnTo>
                    <a:pt x="605" y="1164"/>
                  </a:lnTo>
                  <a:lnTo>
                    <a:pt x="605" y="578"/>
                  </a:lnTo>
                  <a:lnTo>
                    <a:pt x="605" y="540"/>
                  </a:lnTo>
                  <a:lnTo>
                    <a:pt x="604" y="506"/>
                  </a:lnTo>
                  <a:lnTo>
                    <a:pt x="603" y="471"/>
                  </a:lnTo>
                  <a:lnTo>
                    <a:pt x="600" y="437"/>
                  </a:lnTo>
                  <a:lnTo>
                    <a:pt x="599" y="406"/>
                  </a:lnTo>
                  <a:lnTo>
                    <a:pt x="595" y="375"/>
                  </a:lnTo>
                  <a:lnTo>
                    <a:pt x="591" y="343"/>
                  </a:lnTo>
                  <a:lnTo>
                    <a:pt x="587" y="315"/>
                  </a:lnTo>
                  <a:lnTo>
                    <a:pt x="584" y="290"/>
                  </a:lnTo>
                  <a:lnTo>
                    <a:pt x="579" y="262"/>
                  </a:lnTo>
                  <a:lnTo>
                    <a:pt x="572" y="240"/>
                  </a:lnTo>
                  <a:lnTo>
                    <a:pt x="566" y="216"/>
                  </a:lnTo>
                  <a:lnTo>
                    <a:pt x="559" y="194"/>
                  </a:lnTo>
                  <a:lnTo>
                    <a:pt x="553" y="175"/>
                  </a:lnTo>
                  <a:lnTo>
                    <a:pt x="545" y="153"/>
                  </a:lnTo>
                  <a:lnTo>
                    <a:pt x="536" y="137"/>
                  </a:lnTo>
                  <a:lnTo>
                    <a:pt x="527" y="119"/>
                  </a:lnTo>
                  <a:lnTo>
                    <a:pt x="518" y="103"/>
                  </a:lnTo>
                  <a:lnTo>
                    <a:pt x="509" y="91"/>
                  </a:lnTo>
                  <a:lnTo>
                    <a:pt x="499" y="75"/>
                  </a:lnTo>
                  <a:lnTo>
                    <a:pt x="489" y="63"/>
                  </a:lnTo>
                  <a:lnTo>
                    <a:pt x="478" y="53"/>
                  </a:lnTo>
                  <a:lnTo>
                    <a:pt x="455" y="34"/>
                  </a:lnTo>
                  <a:lnTo>
                    <a:pt x="444" y="25"/>
                  </a:lnTo>
                  <a:lnTo>
                    <a:pt x="431" y="19"/>
                  </a:lnTo>
                  <a:lnTo>
                    <a:pt x="418" y="13"/>
                  </a:lnTo>
                  <a:lnTo>
                    <a:pt x="405" y="9"/>
                  </a:lnTo>
                  <a:lnTo>
                    <a:pt x="392" y="3"/>
                  </a:lnTo>
                  <a:lnTo>
                    <a:pt x="378" y="3"/>
                  </a:lnTo>
                  <a:lnTo>
                    <a:pt x="364" y="0"/>
                  </a:lnTo>
                  <a:lnTo>
                    <a:pt x="349" y="0"/>
                  </a:lnTo>
                  <a:lnTo>
                    <a:pt x="323" y="3"/>
                  </a:lnTo>
                  <a:lnTo>
                    <a:pt x="296" y="6"/>
                  </a:lnTo>
                  <a:lnTo>
                    <a:pt x="268" y="13"/>
                  </a:lnTo>
                  <a:lnTo>
                    <a:pt x="240" y="25"/>
                  </a:lnTo>
                  <a:lnTo>
                    <a:pt x="213" y="38"/>
                  </a:lnTo>
                  <a:lnTo>
                    <a:pt x="186" y="50"/>
                  </a:lnTo>
                  <a:lnTo>
                    <a:pt x="159" y="69"/>
                  </a:lnTo>
                  <a:lnTo>
                    <a:pt x="133" y="84"/>
                  </a:lnTo>
                  <a:lnTo>
                    <a:pt x="127" y="94"/>
                  </a:lnTo>
                  <a:lnTo>
                    <a:pt x="115" y="103"/>
                  </a:lnTo>
                  <a:lnTo>
                    <a:pt x="99" y="119"/>
                  </a:lnTo>
                  <a:lnTo>
                    <a:pt x="93" y="128"/>
                  </a:lnTo>
                  <a:lnTo>
                    <a:pt x="88" y="141"/>
                  </a:lnTo>
                  <a:lnTo>
                    <a:pt x="87" y="203"/>
                  </a:lnTo>
                  <a:lnTo>
                    <a:pt x="86" y="269"/>
                  </a:lnTo>
                  <a:lnTo>
                    <a:pt x="83" y="400"/>
                  </a:lnTo>
                  <a:lnTo>
                    <a:pt x="95" y="418"/>
                  </a:lnTo>
                  <a:lnTo>
                    <a:pt x="123" y="387"/>
                  </a:lnTo>
                  <a:lnTo>
                    <a:pt x="150" y="362"/>
                  </a:lnTo>
                  <a:lnTo>
                    <a:pt x="177" y="337"/>
                  </a:lnTo>
                  <a:lnTo>
                    <a:pt x="191" y="328"/>
                  </a:lnTo>
                  <a:lnTo>
                    <a:pt x="204" y="319"/>
                  </a:lnTo>
                  <a:lnTo>
                    <a:pt x="217" y="309"/>
                  </a:lnTo>
                  <a:lnTo>
                    <a:pt x="231" y="303"/>
                  </a:lnTo>
                  <a:lnTo>
                    <a:pt x="244" y="297"/>
                  </a:lnTo>
                  <a:lnTo>
                    <a:pt x="258" y="290"/>
                  </a:lnTo>
                  <a:lnTo>
                    <a:pt x="273" y="287"/>
                  </a:lnTo>
                  <a:lnTo>
                    <a:pt x="287" y="284"/>
                  </a:lnTo>
                  <a:lnTo>
                    <a:pt x="303" y="281"/>
                  </a:lnTo>
                  <a:lnTo>
                    <a:pt x="318" y="281"/>
                  </a:lnTo>
                  <a:lnTo>
                    <a:pt x="336" y="284"/>
                  </a:lnTo>
                  <a:lnTo>
                    <a:pt x="344" y="284"/>
                  </a:lnTo>
                  <a:lnTo>
                    <a:pt x="351" y="287"/>
                  </a:lnTo>
                  <a:lnTo>
                    <a:pt x="367" y="294"/>
                  </a:lnTo>
                  <a:lnTo>
                    <a:pt x="381" y="300"/>
                  </a:lnTo>
                  <a:lnTo>
                    <a:pt x="392" y="312"/>
                  </a:lnTo>
                  <a:lnTo>
                    <a:pt x="404" y="325"/>
                  </a:lnTo>
                  <a:lnTo>
                    <a:pt x="413" y="340"/>
                  </a:lnTo>
                  <a:lnTo>
                    <a:pt x="418" y="350"/>
                  </a:lnTo>
                  <a:lnTo>
                    <a:pt x="422" y="359"/>
                  </a:lnTo>
                  <a:lnTo>
                    <a:pt x="426" y="372"/>
                  </a:lnTo>
                  <a:lnTo>
                    <a:pt x="430" y="381"/>
                  </a:lnTo>
                  <a:lnTo>
                    <a:pt x="436" y="406"/>
                  </a:lnTo>
                  <a:lnTo>
                    <a:pt x="441" y="431"/>
                  </a:lnTo>
                  <a:lnTo>
                    <a:pt x="446" y="462"/>
                  </a:lnTo>
                  <a:lnTo>
                    <a:pt x="449" y="493"/>
                  </a:lnTo>
                  <a:lnTo>
                    <a:pt x="451" y="528"/>
                  </a:lnTo>
                  <a:lnTo>
                    <a:pt x="453" y="565"/>
                  </a:lnTo>
                  <a:lnTo>
                    <a:pt x="453" y="606"/>
                  </a:lnTo>
                  <a:lnTo>
                    <a:pt x="453" y="634"/>
                  </a:lnTo>
                  <a:lnTo>
                    <a:pt x="408" y="649"/>
                  </a:lnTo>
                  <a:lnTo>
                    <a:pt x="363" y="665"/>
                  </a:lnTo>
                  <a:lnTo>
                    <a:pt x="317" y="684"/>
                  </a:lnTo>
                  <a:lnTo>
                    <a:pt x="272" y="706"/>
                  </a:lnTo>
                  <a:lnTo>
                    <a:pt x="258" y="712"/>
                  </a:lnTo>
                  <a:lnTo>
                    <a:pt x="244" y="721"/>
                  </a:lnTo>
                  <a:lnTo>
                    <a:pt x="218" y="737"/>
                  </a:lnTo>
                  <a:lnTo>
                    <a:pt x="192" y="759"/>
                  </a:lnTo>
                  <a:lnTo>
                    <a:pt x="168" y="781"/>
                  </a:lnTo>
                  <a:lnTo>
                    <a:pt x="156" y="793"/>
                  </a:lnTo>
                  <a:lnTo>
                    <a:pt x="145" y="805"/>
                  </a:lnTo>
                  <a:lnTo>
                    <a:pt x="135" y="818"/>
                  </a:lnTo>
                  <a:lnTo>
                    <a:pt x="123" y="834"/>
                  </a:lnTo>
                  <a:lnTo>
                    <a:pt x="102" y="865"/>
                  </a:lnTo>
                  <a:lnTo>
                    <a:pt x="82" y="899"/>
                  </a:lnTo>
                  <a:lnTo>
                    <a:pt x="73" y="918"/>
                  </a:lnTo>
                  <a:lnTo>
                    <a:pt x="64" y="937"/>
                  </a:lnTo>
                  <a:lnTo>
                    <a:pt x="55" y="958"/>
                  </a:lnTo>
                  <a:lnTo>
                    <a:pt x="47" y="980"/>
                  </a:lnTo>
                  <a:lnTo>
                    <a:pt x="40" y="1002"/>
                  </a:lnTo>
                  <a:lnTo>
                    <a:pt x="33" y="1027"/>
                  </a:lnTo>
                  <a:lnTo>
                    <a:pt x="28" y="1055"/>
                  </a:lnTo>
                  <a:lnTo>
                    <a:pt x="22" y="1080"/>
                  </a:lnTo>
                  <a:lnTo>
                    <a:pt x="18" y="1111"/>
                  </a:lnTo>
                  <a:lnTo>
                    <a:pt x="13" y="1140"/>
                  </a:lnTo>
                  <a:lnTo>
                    <a:pt x="10" y="1171"/>
                  </a:lnTo>
                  <a:lnTo>
                    <a:pt x="6" y="1202"/>
                  </a:lnTo>
                  <a:lnTo>
                    <a:pt x="4" y="1236"/>
                  </a:lnTo>
                  <a:lnTo>
                    <a:pt x="2" y="1271"/>
                  </a:lnTo>
                  <a:lnTo>
                    <a:pt x="1" y="1308"/>
                  </a:lnTo>
                  <a:lnTo>
                    <a:pt x="0" y="1346"/>
                  </a:lnTo>
                  <a:lnTo>
                    <a:pt x="1" y="1380"/>
                  </a:lnTo>
                  <a:lnTo>
                    <a:pt x="1" y="1411"/>
                  </a:lnTo>
                  <a:lnTo>
                    <a:pt x="4" y="1445"/>
                  </a:lnTo>
                  <a:lnTo>
                    <a:pt x="5" y="1477"/>
                  </a:lnTo>
                  <a:lnTo>
                    <a:pt x="8" y="1505"/>
                  </a:lnTo>
                  <a:lnTo>
                    <a:pt x="11" y="1536"/>
                  </a:lnTo>
                  <a:lnTo>
                    <a:pt x="15" y="1564"/>
                  </a:lnTo>
                  <a:lnTo>
                    <a:pt x="19" y="1592"/>
                  </a:lnTo>
                  <a:lnTo>
                    <a:pt x="24" y="1617"/>
                  </a:lnTo>
                  <a:lnTo>
                    <a:pt x="29" y="1645"/>
                  </a:lnTo>
                  <a:lnTo>
                    <a:pt x="34" y="1670"/>
                  </a:lnTo>
                  <a:lnTo>
                    <a:pt x="41" y="1692"/>
                  </a:lnTo>
                  <a:lnTo>
                    <a:pt x="47" y="1717"/>
                  </a:lnTo>
                  <a:lnTo>
                    <a:pt x="55" y="1739"/>
                  </a:lnTo>
                  <a:lnTo>
                    <a:pt x="63" y="1761"/>
                  </a:lnTo>
                  <a:lnTo>
                    <a:pt x="72" y="1779"/>
                  </a:lnTo>
                  <a:lnTo>
                    <a:pt x="79" y="1801"/>
                  </a:lnTo>
                  <a:lnTo>
                    <a:pt x="90" y="1817"/>
                  </a:lnTo>
                  <a:lnTo>
                    <a:pt x="99" y="1836"/>
                  </a:lnTo>
                  <a:lnTo>
                    <a:pt x="109" y="1851"/>
                  </a:lnTo>
                  <a:lnTo>
                    <a:pt x="119" y="1867"/>
                  </a:lnTo>
                  <a:lnTo>
                    <a:pt x="129" y="1879"/>
                  </a:lnTo>
                  <a:lnTo>
                    <a:pt x="140" y="1892"/>
                  </a:lnTo>
                  <a:lnTo>
                    <a:pt x="151" y="1901"/>
                  </a:lnTo>
                  <a:lnTo>
                    <a:pt x="163" y="1911"/>
                  </a:lnTo>
                  <a:lnTo>
                    <a:pt x="174" y="1920"/>
                  </a:lnTo>
                  <a:lnTo>
                    <a:pt x="186" y="1926"/>
                  </a:lnTo>
                  <a:lnTo>
                    <a:pt x="199" y="1932"/>
                  </a:lnTo>
                  <a:lnTo>
                    <a:pt x="212" y="1939"/>
                  </a:lnTo>
                  <a:lnTo>
                    <a:pt x="224" y="1942"/>
                  </a:lnTo>
                  <a:lnTo>
                    <a:pt x="238" y="1945"/>
                  </a:lnTo>
                  <a:lnTo>
                    <a:pt x="253" y="1945"/>
                  </a:lnTo>
                  <a:lnTo>
                    <a:pt x="267" y="1945"/>
                  </a:lnTo>
                  <a:lnTo>
                    <a:pt x="281" y="1942"/>
                  </a:lnTo>
                  <a:lnTo>
                    <a:pt x="294" y="1939"/>
                  </a:lnTo>
                  <a:lnTo>
                    <a:pt x="308" y="1932"/>
                  </a:lnTo>
                  <a:lnTo>
                    <a:pt x="321" y="1926"/>
                  </a:lnTo>
                  <a:lnTo>
                    <a:pt x="333" y="1920"/>
                  </a:lnTo>
                  <a:lnTo>
                    <a:pt x="348" y="1911"/>
                  </a:lnTo>
                  <a:lnTo>
                    <a:pt x="360" y="1898"/>
                  </a:lnTo>
                  <a:lnTo>
                    <a:pt x="373" y="1889"/>
                  </a:lnTo>
                  <a:lnTo>
                    <a:pt x="385" y="1873"/>
                  </a:lnTo>
                  <a:lnTo>
                    <a:pt x="398" y="1858"/>
                  </a:lnTo>
                  <a:lnTo>
                    <a:pt x="409" y="1842"/>
                  </a:lnTo>
                  <a:lnTo>
                    <a:pt x="421" y="1826"/>
                  </a:lnTo>
                  <a:lnTo>
                    <a:pt x="432" y="1804"/>
                  </a:lnTo>
                  <a:lnTo>
                    <a:pt x="442" y="1786"/>
                  </a:lnTo>
                  <a:lnTo>
                    <a:pt x="453" y="1764"/>
                  </a:lnTo>
                  <a:lnTo>
                    <a:pt x="453" y="1889"/>
                  </a:lnTo>
                  <a:lnTo>
                    <a:pt x="459" y="1914"/>
                  </a:lnTo>
                  <a:lnTo>
                    <a:pt x="534" y="1904"/>
                  </a:lnTo>
                  <a:lnTo>
                    <a:pt x="607" y="1898"/>
                  </a:lnTo>
                  <a:lnTo>
                    <a:pt x="614" y="1879"/>
                  </a:lnTo>
                  <a:close/>
                  <a:moveTo>
                    <a:pt x="455" y="1495"/>
                  </a:moveTo>
                  <a:lnTo>
                    <a:pt x="446" y="1514"/>
                  </a:lnTo>
                  <a:lnTo>
                    <a:pt x="437" y="1533"/>
                  </a:lnTo>
                  <a:lnTo>
                    <a:pt x="428" y="1548"/>
                  </a:lnTo>
                  <a:lnTo>
                    <a:pt x="419" y="1564"/>
                  </a:lnTo>
                  <a:lnTo>
                    <a:pt x="409" y="1580"/>
                  </a:lnTo>
                  <a:lnTo>
                    <a:pt x="400" y="1592"/>
                  </a:lnTo>
                  <a:lnTo>
                    <a:pt x="390" y="1605"/>
                  </a:lnTo>
                  <a:lnTo>
                    <a:pt x="380" y="1614"/>
                  </a:lnTo>
                  <a:lnTo>
                    <a:pt x="358" y="1633"/>
                  </a:lnTo>
                  <a:lnTo>
                    <a:pt x="348" y="1639"/>
                  </a:lnTo>
                  <a:lnTo>
                    <a:pt x="336" y="1642"/>
                  </a:lnTo>
                  <a:lnTo>
                    <a:pt x="314" y="1651"/>
                  </a:lnTo>
                  <a:lnTo>
                    <a:pt x="292" y="1651"/>
                  </a:lnTo>
                  <a:lnTo>
                    <a:pt x="277" y="1651"/>
                  </a:lnTo>
                  <a:lnTo>
                    <a:pt x="263" y="1645"/>
                  </a:lnTo>
                  <a:lnTo>
                    <a:pt x="249" y="1639"/>
                  </a:lnTo>
                  <a:lnTo>
                    <a:pt x="236" y="1630"/>
                  </a:lnTo>
                  <a:lnTo>
                    <a:pt x="224" y="1617"/>
                  </a:lnTo>
                  <a:lnTo>
                    <a:pt x="213" y="1602"/>
                  </a:lnTo>
                  <a:lnTo>
                    <a:pt x="203" y="1583"/>
                  </a:lnTo>
                  <a:lnTo>
                    <a:pt x="199" y="1570"/>
                  </a:lnTo>
                  <a:lnTo>
                    <a:pt x="194" y="1561"/>
                  </a:lnTo>
                  <a:lnTo>
                    <a:pt x="190" y="1548"/>
                  </a:lnTo>
                  <a:lnTo>
                    <a:pt x="185" y="1536"/>
                  </a:lnTo>
                  <a:lnTo>
                    <a:pt x="178" y="1511"/>
                  </a:lnTo>
                  <a:lnTo>
                    <a:pt x="172" y="1486"/>
                  </a:lnTo>
                  <a:lnTo>
                    <a:pt x="167" y="1458"/>
                  </a:lnTo>
                  <a:lnTo>
                    <a:pt x="163" y="1427"/>
                  </a:lnTo>
                  <a:lnTo>
                    <a:pt x="160" y="1411"/>
                  </a:lnTo>
                  <a:lnTo>
                    <a:pt x="159" y="1395"/>
                  </a:lnTo>
                  <a:lnTo>
                    <a:pt x="158" y="1361"/>
                  </a:lnTo>
                  <a:lnTo>
                    <a:pt x="156" y="1324"/>
                  </a:lnTo>
                  <a:lnTo>
                    <a:pt x="159" y="1283"/>
                  </a:lnTo>
                  <a:lnTo>
                    <a:pt x="159" y="1261"/>
                  </a:lnTo>
                  <a:lnTo>
                    <a:pt x="161" y="1243"/>
                  </a:lnTo>
                  <a:lnTo>
                    <a:pt x="163" y="1224"/>
                  </a:lnTo>
                  <a:lnTo>
                    <a:pt x="165" y="1205"/>
                  </a:lnTo>
                  <a:lnTo>
                    <a:pt x="168" y="1189"/>
                  </a:lnTo>
                  <a:lnTo>
                    <a:pt x="172" y="1174"/>
                  </a:lnTo>
                  <a:lnTo>
                    <a:pt x="179" y="1143"/>
                  </a:lnTo>
                  <a:lnTo>
                    <a:pt x="183" y="1127"/>
                  </a:lnTo>
                  <a:lnTo>
                    <a:pt x="188" y="1111"/>
                  </a:lnTo>
                  <a:lnTo>
                    <a:pt x="194" y="1099"/>
                  </a:lnTo>
                  <a:lnTo>
                    <a:pt x="199" y="1086"/>
                  </a:lnTo>
                  <a:lnTo>
                    <a:pt x="204" y="1074"/>
                  </a:lnTo>
                  <a:lnTo>
                    <a:pt x="210" y="1065"/>
                  </a:lnTo>
                  <a:lnTo>
                    <a:pt x="223" y="1043"/>
                  </a:lnTo>
                  <a:lnTo>
                    <a:pt x="237" y="1024"/>
                  </a:lnTo>
                  <a:lnTo>
                    <a:pt x="251" y="1008"/>
                  </a:lnTo>
                  <a:lnTo>
                    <a:pt x="267" y="993"/>
                  </a:lnTo>
                  <a:lnTo>
                    <a:pt x="282" y="977"/>
                  </a:lnTo>
                  <a:lnTo>
                    <a:pt x="298" y="965"/>
                  </a:lnTo>
                  <a:lnTo>
                    <a:pt x="314" y="955"/>
                  </a:lnTo>
                  <a:lnTo>
                    <a:pt x="331" y="946"/>
                  </a:lnTo>
                  <a:lnTo>
                    <a:pt x="364" y="930"/>
                  </a:lnTo>
                  <a:lnTo>
                    <a:pt x="396" y="918"/>
                  </a:lnTo>
                  <a:lnTo>
                    <a:pt x="426" y="909"/>
                  </a:lnTo>
                  <a:lnTo>
                    <a:pt x="455" y="899"/>
                  </a:lnTo>
                  <a:lnTo>
                    <a:pt x="455" y="14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53995" name="Rectangle 11"/>
          <p:cNvSpPr>
            <a:spLocks noChangeArrowheads="1"/>
          </p:cNvSpPr>
          <p:nvPr/>
        </p:nvSpPr>
        <p:spPr bwMode="auto">
          <a:xfrm>
            <a:off x="1543050" y="755650"/>
            <a:ext cx="4846638" cy="560388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sp>
        <p:nvSpPr>
          <p:cNvPr id="553996" name="Text Box 12"/>
          <p:cNvSpPr txBox="1">
            <a:spLocks noChangeArrowheads="1"/>
          </p:cNvSpPr>
          <p:nvPr/>
        </p:nvSpPr>
        <p:spPr bwMode="white">
          <a:xfrm>
            <a:off x="1343025" y="620713"/>
            <a:ext cx="5341938" cy="48609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274320" tIns="0" rIns="92985" bIns="46493"/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Necessidades Oi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Arquitetura da solução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Modelos de Configuração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Objetos de Banco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Ambiente Unix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Erros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Dúvidas</a:t>
            </a:r>
            <a:endParaRPr lang="pt-BR">
              <a:solidFill>
                <a:schemeClr val="bg1"/>
              </a:solidFill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53997" name="Rectangle 13"/>
          <p:cNvSpPr>
            <a:spLocks noChangeArrowheads="1"/>
          </p:cNvSpPr>
          <p:nvPr/>
        </p:nvSpPr>
        <p:spPr bwMode="auto">
          <a:xfrm>
            <a:off x="6400800" y="0"/>
            <a:ext cx="758825" cy="68707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274320" tIns="46493" rIns="92985" bIns="46493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9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B8F308-CDF7-4B19-93D4-5151793537EE}" type="slidenum">
              <a:rPr lang="en-US"/>
              <a:pPr/>
              <a:t>3</a:t>
            </a:fld>
            <a:endParaRPr 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Necessidade Oi</a:t>
            </a:r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5175" y="1295400"/>
            <a:ext cx="7786688" cy="4987925"/>
          </a:xfrm>
          <a:noFill/>
          <a:ln/>
        </p:spPr>
        <p:txBody>
          <a:bodyPr/>
          <a:lstStyle/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/>
              <a:t> Agilizar o lançamento de novas campanhas</a:t>
            </a:r>
          </a:p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/>
              <a:t> Permitir que o usuário final gere algumas configurações com pouco envolvimento de TI</a:t>
            </a:r>
          </a:p>
          <a:p>
            <a:pPr>
              <a:spcBef>
                <a:spcPct val="50000"/>
              </a:spcBef>
              <a:buFont typeface="Symbol" pitchFamily="18" charset="2"/>
              <a:buChar char="·"/>
            </a:pPr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35B65-5C49-45DE-997A-4F41AA29DAF6}" type="slidenum">
              <a:rPr lang="en-US"/>
              <a:pPr/>
              <a:t>4</a:t>
            </a:fld>
            <a:endParaRPr lang="en-US"/>
          </a:p>
        </p:txBody>
      </p:sp>
      <p:pic>
        <p:nvPicPr>
          <p:cNvPr id="556034" name="Picture 2" descr="Set-5-00102"/>
          <p:cNvPicPr>
            <a:picLocks noChangeAspect="1" noChangeArrowheads="1"/>
          </p:cNvPicPr>
          <p:nvPr/>
        </p:nvPicPr>
        <p:blipFill>
          <a:blip r:embed="rId3" cstate="print"/>
          <a:srcRect l="20557" t="5774" r="13904" b="237"/>
          <a:stretch>
            <a:fillRect/>
          </a:stretch>
        </p:blipFill>
        <p:spPr bwMode="auto">
          <a:xfrm>
            <a:off x="5908675" y="658813"/>
            <a:ext cx="3248025" cy="6213475"/>
          </a:xfrm>
          <a:prstGeom prst="rect">
            <a:avLst/>
          </a:prstGeom>
          <a:noFill/>
        </p:spPr>
      </p:pic>
      <p:sp>
        <p:nvSpPr>
          <p:cNvPr id="556035" name="Rectangle 3"/>
          <p:cNvSpPr>
            <a:spLocks noChangeArrowheads="1"/>
          </p:cNvSpPr>
          <p:nvPr/>
        </p:nvSpPr>
        <p:spPr bwMode="auto">
          <a:xfrm>
            <a:off x="1543050" y="0"/>
            <a:ext cx="4859338" cy="685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grpSp>
        <p:nvGrpSpPr>
          <p:cNvPr id="556036" name="Group 4"/>
          <p:cNvGrpSpPr>
            <a:grpSpLocks/>
          </p:cNvGrpSpPr>
          <p:nvPr/>
        </p:nvGrpSpPr>
        <p:grpSpPr bwMode="auto">
          <a:xfrm rot="16200000">
            <a:off x="-736600" y="1990725"/>
            <a:ext cx="3022600" cy="965200"/>
            <a:chOff x="126" y="2035"/>
            <a:chExt cx="4129" cy="1319"/>
          </a:xfrm>
        </p:grpSpPr>
        <p:sp>
          <p:nvSpPr>
            <p:cNvPr id="556037" name="Freeform 5"/>
            <p:cNvSpPr>
              <a:spLocks noEditPoints="1"/>
            </p:cNvSpPr>
            <p:nvPr/>
          </p:nvSpPr>
          <p:spPr bwMode="auto">
            <a:xfrm>
              <a:off x="126" y="2161"/>
              <a:ext cx="770" cy="911"/>
            </a:xfrm>
            <a:custGeom>
              <a:avLst/>
              <a:gdLst/>
              <a:ahLst/>
              <a:cxnLst>
                <a:cxn ang="0">
                  <a:pos x="892" y="2491"/>
                </a:cxn>
                <a:cxn ang="0">
                  <a:pos x="811" y="1876"/>
                </a:cxn>
                <a:cxn ang="0">
                  <a:pos x="730" y="1261"/>
                </a:cxn>
                <a:cxn ang="0">
                  <a:pos x="689" y="952"/>
                </a:cxn>
                <a:cxn ang="0">
                  <a:pos x="651" y="643"/>
                </a:cxn>
                <a:cxn ang="0">
                  <a:pos x="612" y="334"/>
                </a:cxn>
                <a:cxn ang="0">
                  <a:pos x="574" y="25"/>
                </a:cxn>
                <a:cxn ang="0">
                  <a:pos x="563" y="0"/>
                </a:cxn>
                <a:cxn ang="0">
                  <a:pos x="458" y="6"/>
                </a:cxn>
                <a:cxn ang="0">
                  <a:pos x="354" y="9"/>
                </a:cxn>
                <a:cxn ang="0">
                  <a:pos x="343" y="34"/>
                </a:cxn>
                <a:cxn ang="0">
                  <a:pos x="326" y="171"/>
                </a:cxn>
                <a:cxn ang="0">
                  <a:pos x="308" y="309"/>
                </a:cxn>
                <a:cxn ang="0">
                  <a:pos x="291" y="443"/>
                </a:cxn>
                <a:cxn ang="0">
                  <a:pos x="272" y="577"/>
                </a:cxn>
                <a:cxn ang="0">
                  <a:pos x="235" y="846"/>
                </a:cxn>
                <a:cxn ang="0">
                  <a:pos x="196" y="1114"/>
                </a:cxn>
                <a:cxn ang="0">
                  <a:pos x="98" y="1807"/>
                </a:cxn>
                <a:cxn ang="0">
                  <a:pos x="0" y="2500"/>
                </a:cxn>
                <a:cxn ang="0">
                  <a:pos x="6" y="2525"/>
                </a:cxn>
                <a:cxn ang="0">
                  <a:pos x="44" y="2522"/>
                </a:cxn>
                <a:cxn ang="0">
                  <a:pos x="82" y="2519"/>
                </a:cxn>
                <a:cxn ang="0">
                  <a:pos x="157" y="2516"/>
                </a:cxn>
                <a:cxn ang="0">
                  <a:pos x="167" y="2491"/>
                </a:cxn>
                <a:cxn ang="0">
                  <a:pos x="209" y="2123"/>
                </a:cxn>
                <a:cxn ang="0">
                  <a:pos x="231" y="1941"/>
                </a:cxn>
                <a:cxn ang="0">
                  <a:pos x="254" y="1757"/>
                </a:cxn>
                <a:cxn ang="0">
                  <a:pos x="345" y="1754"/>
                </a:cxn>
                <a:cxn ang="0">
                  <a:pos x="436" y="1751"/>
                </a:cxn>
                <a:cxn ang="0">
                  <a:pos x="527" y="1754"/>
                </a:cxn>
                <a:cxn ang="0">
                  <a:pos x="620" y="1757"/>
                </a:cxn>
                <a:cxn ang="0">
                  <a:pos x="663" y="2132"/>
                </a:cxn>
                <a:cxn ang="0">
                  <a:pos x="706" y="2503"/>
                </a:cxn>
                <a:cxn ang="0">
                  <a:pos x="716" y="2528"/>
                </a:cxn>
                <a:cxn ang="0">
                  <a:pos x="801" y="2522"/>
                </a:cxn>
                <a:cxn ang="0">
                  <a:pos x="843" y="2519"/>
                </a:cxn>
                <a:cxn ang="0">
                  <a:pos x="887" y="2519"/>
                </a:cxn>
                <a:cxn ang="0">
                  <a:pos x="892" y="2491"/>
                </a:cxn>
                <a:cxn ang="0">
                  <a:pos x="585" y="1470"/>
                </a:cxn>
                <a:cxn ang="0">
                  <a:pos x="512" y="1473"/>
                </a:cxn>
                <a:cxn ang="0">
                  <a:pos x="438" y="1473"/>
                </a:cxn>
                <a:cxn ang="0">
                  <a:pos x="364" y="1473"/>
                </a:cxn>
                <a:cxn ang="0">
                  <a:pos x="290" y="1470"/>
                </a:cxn>
                <a:cxn ang="0">
                  <a:pos x="445" y="271"/>
                </a:cxn>
                <a:cxn ang="0">
                  <a:pos x="585" y="1470"/>
                </a:cxn>
              </a:cxnLst>
              <a:rect l="0" t="0" r="r" b="b"/>
              <a:pathLst>
                <a:path w="892" h="2528">
                  <a:moveTo>
                    <a:pt x="892" y="2491"/>
                  </a:moveTo>
                  <a:lnTo>
                    <a:pt x="811" y="1876"/>
                  </a:lnTo>
                  <a:lnTo>
                    <a:pt x="730" y="1261"/>
                  </a:lnTo>
                  <a:lnTo>
                    <a:pt x="689" y="952"/>
                  </a:lnTo>
                  <a:lnTo>
                    <a:pt x="651" y="643"/>
                  </a:lnTo>
                  <a:lnTo>
                    <a:pt x="612" y="334"/>
                  </a:lnTo>
                  <a:lnTo>
                    <a:pt x="574" y="25"/>
                  </a:lnTo>
                  <a:lnTo>
                    <a:pt x="563" y="0"/>
                  </a:lnTo>
                  <a:lnTo>
                    <a:pt x="458" y="6"/>
                  </a:lnTo>
                  <a:lnTo>
                    <a:pt x="354" y="9"/>
                  </a:lnTo>
                  <a:lnTo>
                    <a:pt x="343" y="34"/>
                  </a:lnTo>
                  <a:lnTo>
                    <a:pt x="326" y="171"/>
                  </a:lnTo>
                  <a:lnTo>
                    <a:pt x="308" y="309"/>
                  </a:lnTo>
                  <a:lnTo>
                    <a:pt x="291" y="443"/>
                  </a:lnTo>
                  <a:lnTo>
                    <a:pt x="272" y="577"/>
                  </a:lnTo>
                  <a:lnTo>
                    <a:pt x="235" y="846"/>
                  </a:lnTo>
                  <a:lnTo>
                    <a:pt x="196" y="1114"/>
                  </a:lnTo>
                  <a:lnTo>
                    <a:pt x="98" y="1807"/>
                  </a:lnTo>
                  <a:lnTo>
                    <a:pt x="0" y="2500"/>
                  </a:lnTo>
                  <a:lnTo>
                    <a:pt x="6" y="2525"/>
                  </a:lnTo>
                  <a:lnTo>
                    <a:pt x="44" y="2522"/>
                  </a:lnTo>
                  <a:lnTo>
                    <a:pt x="82" y="2519"/>
                  </a:lnTo>
                  <a:lnTo>
                    <a:pt x="157" y="2516"/>
                  </a:lnTo>
                  <a:lnTo>
                    <a:pt x="167" y="2491"/>
                  </a:lnTo>
                  <a:lnTo>
                    <a:pt x="209" y="2123"/>
                  </a:lnTo>
                  <a:lnTo>
                    <a:pt x="231" y="1941"/>
                  </a:lnTo>
                  <a:lnTo>
                    <a:pt x="254" y="1757"/>
                  </a:lnTo>
                  <a:lnTo>
                    <a:pt x="345" y="1754"/>
                  </a:lnTo>
                  <a:lnTo>
                    <a:pt x="436" y="1751"/>
                  </a:lnTo>
                  <a:lnTo>
                    <a:pt x="527" y="1754"/>
                  </a:lnTo>
                  <a:lnTo>
                    <a:pt x="620" y="1757"/>
                  </a:lnTo>
                  <a:lnTo>
                    <a:pt x="663" y="2132"/>
                  </a:lnTo>
                  <a:lnTo>
                    <a:pt x="706" y="2503"/>
                  </a:lnTo>
                  <a:lnTo>
                    <a:pt x="716" y="2528"/>
                  </a:lnTo>
                  <a:lnTo>
                    <a:pt x="801" y="2522"/>
                  </a:lnTo>
                  <a:lnTo>
                    <a:pt x="843" y="2519"/>
                  </a:lnTo>
                  <a:lnTo>
                    <a:pt x="887" y="2519"/>
                  </a:lnTo>
                  <a:lnTo>
                    <a:pt x="892" y="2491"/>
                  </a:lnTo>
                  <a:close/>
                  <a:moveTo>
                    <a:pt x="585" y="1470"/>
                  </a:moveTo>
                  <a:lnTo>
                    <a:pt x="512" y="1473"/>
                  </a:lnTo>
                  <a:lnTo>
                    <a:pt x="438" y="1473"/>
                  </a:lnTo>
                  <a:lnTo>
                    <a:pt x="364" y="1473"/>
                  </a:lnTo>
                  <a:lnTo>
                    <a:pt x="290" y="1470"/>
                  </a:lnTo>
                  <a:lnTo>
                    <a:pt x="445" y="271"/>
                  </a:lnTo>
                  <a:lnTo>
                    <a:pt x="585" y="147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6038" name="Freeform 6"/>
            <p:cNvSpPr>
              <a:spLocks noEditPoints="1"/>
            </p:cNvSpPr>
            <p:nvPr/>
          </p:nvSpPr>
          <p:spPr bwMode="auto">
            <a:xfrm>
              <a:off x="947" y="2359"/>
              <a:ext cx="597" cy="995"/>
            </a:xfrm>
            <a:custGeom>
              <a:avLst/>
              <a:gdLst/>
              <a:ahLst/>
              <a:cxnLst>
                <a:cxn ang="0">
                  <a:pos x="435" y="7"/>
                </a:cxn>
                <a:cxn ang="0">
                  <a:pos x="266" y="10"/>
                </a:cxn>
                <a:cxn ang="0">
                  <a:pos x="168" y="69"/>
                </a:cxn>
                <a:cxn ang="0">
                  <a:pos x="91" y="200"/>
                </a:cxn>
                <a:cxn ang="0">
                  <a:pos x="38" y="397"/>
                </a:cxn>
                <a:cxn ang="0">
                  <a:pos x="17" y="668"/>
                </a:cxn>
                <a:cxn ang="0">
                  <a:pos x="40" y="937"/>
                </a:cxn>
                <a:cxn ang="0">
                  <a:pos x="97" y="1115"/>
                </a:cxn>
                <a:cxn ang="0">
                  <a:pos x="59" y="1567"/>
                </a:cxn>
                <a:cxn ang="0">
                  <a:pos x="68" y="1820"/>
                </a:cxn>
                <a:cxn ang="0">
                  <a:pos x="11" y="2039"/>
                </a:cxn>
                <a:cxn ang="0">
                  <a:pos x="2" y="2254"/>
                </a:cxn>
                <a:cxn ang="0">
                  <a:pos x="22" y="2429"/>
                </a:cxn>
                <a:cxn ang="0">
                  <a:pos x="95" y="2616"/>
                </a:cxn>
                <a:cxn ang="0">
                  <a:pos x="180" y="2710"/>
                </a:cxn>
                <a:cxn ang="0">
                  <a:pos x="328" y="2763"/>
                </a:cxn>
                <a:cxn ang="0">
                  <a:pos x="469" y="2719"/>
                </a:cxn>
                <a:cxn ang="0">
                  <a:pos x="570" y="2601"/>
                </a:cxn>
                <a:cxn ang="0">
                  <a:pos x="645" y="2392"/>
                </a:cxn>
                <a:cxn ang="0">
                  <a:pos x="671" y="2164"/>
                </a:cxn>
                <a:cxn ang="0">
                  <a:pos x="661" y="1951"/>
                </a:cxn>
                <a:cxn ang="0">
                  <a:pos x="618" y="1777"/>
                </a:cxn>
                <a:cxn ang="0">
                  <a:pos x="538" y="1639"/>
                </a:cxn>
                <a:cxn ang="0">
                  <a:pos x="290" y="1477"/>
                </a:cxn>
                <a:cxn ang="0">
                  <a:pos x="352" y="1286"/>
                </a:cxn>
                <a:cxn ang="0">
                  <a:pos x="446" y="1246"/>
                </a:cxn>
                <a:cxn ang="0">
                  <a:pos x="537" y="1124"/>
                </a:cxn>
                <a:cxn ang="0">
                  <a:pos x="593" y="956"/>
                </a:cxn>
                <a:cxn ang="0">
                  <a:pos x="620" y="737"/>
                </a:cxn>
                <a:cxn ang="0">
                  <a:pos x="614" y="497"/>
                </a:cxn>
                <a:cxn ang="0">
                  <a:pos x="584" y="347"/>
                </a:cxn>
                <a:cxn ang="0">
                  <a:pos x="689" y="147"/>
                </a:cxn>
                <a:cxn ang="0">
                  <a:pos x="464" y="818"/>
                </a:cxn>
                <a:cxn ang="0">
                  <a:pos x="425" y="968"/>
                </a:cxn>
                <a:cxn ang="0">
                  <a:pos x="358" y="1043"/>
                </a:cxn>
                <a:cxn ang="0">
                  <a:pos x="257" y="1021"/>
                </a:cxn>
                <a:cxn ang="0">
                  <a:pos x="208" y="937"/>
                </a:cxn>
                <a:cxn ang="0">
                  <a:pos x="171" y="756"/>
                </a:cxn>
                <a:cxn ang="0">
                  <a:pos x="170" y="568"/>
                </a:cxn>
                <a:cxn ang="0">
                  <a:pos x="208" y="362"/>
                </a:cxn>
                <a:cxn ang="0">
                  <a:pos x="271" y="263"/>
                </a:cxn>
                <a:cxn ang="0">
                  <a:pos x="367" y="256"/>
                </a:cxn>
                <a:cxn ang="0">
                  <a:pos x="426" y="337"/>
                </a:cxn>
                <a:cxn ang="0">
                  <a:pos x="466" y="515"/>
                </a:cxn>
                <a:cxn ang="0">
                  <a:pos x="511" y="2282"/>
                </a:cxn>
                <a:cxn ang="0">
                  <a:pos x="476" y="2420"/>
                </a:cxn>
                <a:cxn ang="0">
                  <a:pos x="385" y="2516"/>
                </a:cxn>
                <a:cxn ang="0">
                  <a:pos x="269" y="2504"/>
                </a:cxn>
                <a:cxn ang="0">
                  <a:pos x="194" y="2416"/>
                </a:cxn>
                <a:cxn ang="0">
                  <a:pos x="160" y="2307"/>
                </a:cxn>
                <a:cxn ang="0">
                  <a:pos x="147" y="2129"/>
                </a:cxn>
                <a:cxn ang="0">
                  <a:pos x="170" y="1958"/>
                </a:cxn>
                <a:cxn ang="0">
                  <a:pos x="378" y="1876"/>
                </a:cxn>
                <a:cxn ang="0">
                  <a:pos x="479" y="1995"/>
                </a:cxn>
                <a:cxn ang="0">
                  <a:pos x="514" y="2142"/>
                </a:cxn>
              </a:cxnLst>
              <a:rect l="0" t="0" r="r" b="b"/>
              <a:pathLst>
                <a:path w="693" h="2763">
                  <a:moveTo>
                    <a:pt x="693" y="28"/>
                  </a:moveTo>
                  <a:lnTo>
                    <a:pt x="687" y="3"/>
                  </a:lnTo>
                  <a:lnTo>
                    <a:pt x="632" y="7"/>
                  </a:lnTo>
                  <a:lnTo>
                    <a:pt x="577" y="7"/>
                  </a:lnTo>
                  <a:lnTo>
                    <a:pt x="521" y="10"/>
                  </a:lnTo>
                  <a:lnTo>
                    <a:pt x="466" y="10"/>
                  </a:lnTo>
                  <a:lnTo>
                    <a:pt x="435" y="7"/>
                  </a:lnTo>
                  <a:lnTo>
                    <a:pt x="405" y="3"/>
                  </a:lnTo>
                  <a:lnTo>
                    <a:pt x="375" y="3"/>
                  </a:lnTo>
                  <a:lnTo>
                    <a:pt x="344" y="0"/>
                  </a:lnTo>
                  <a:lnTo>
                    <a:pt x="324" y="0"/>
                  </a:lnTo>
                  <a:lnTo>
                    <a:pt x="304" y="3"/>
                  </a:lnTo>
                  <a:lnTo>
                    <a:pt x="285" y="7"/>
                  </a:lnTo>
                  <a:lnTo>
                    <a:pt x="266" y="10"/>
                  </a:lnTo>
                  <a:lnTo>
                    <a:pt x="257" y="13"/>
                  </a:lnTo>
                  <a:lnTo>
                    <a:pt x="248" y="19"/>
                  </a:lnTo>
                  <a:lnTo>
                    <a:pt x="230" y="25"/>
                  </a:lnTo>
                  <a:lnTo>
                    <a:pt x="212" y="35"/>
                  </a:lnTo>
                  <a:lnTo>
                    <a:pt x="194" y="47"/>
                  </a:lnTo>
                  <a:lnTo>
                    <a:pt x="176" y="63"/>
                  </a:lnTo>
                  <a:lnTo>
                    <a:pt x="168" y="69"/>
                  </a:lnTo>
                  <a:lnTo>
                    <a:pt x="160" y="78"/>
                  </a:lnTo>
                  <a:lnTo>
                    <a:pt x="152" y="91"/>
                  </a:lnTo>
                  <a:lnTo>
                    <a:pt x="144" y="100"/>
                  </a:lnTo>
                  <a:lnTo>
                    <a:pt x="127" y="125"/>
                  </a:lnTo>
                  <a:lnTo>
                    <a:pt x="113" y="153"/>
                  </a:lnTo>
                  <a:lnTo>
                    <a:pt x="98" y="181"/>
                  </a:lnTo>
                  <a:lnTo>
                    <a:pt x="91" y="200"/>
                  </a:lnTo>
                  <a:lnTo>
                    <a:pt x="85" y="216"/>
                  </a:lnTo>
                  <a:lnTo>
                    <a:pt x="71" y="253"/>
                  </a:lnTo>
                  <a:lnTo>
                    <a:pt x="65" y="278"/>
                  </a:lnTo>
                  <a:lnTo>
                    <a:pt x="58" y="300"/>
                  </a:lnTo>
                  <a:lnTo>
                    <a:pt x="48" y="347"/>
                  </a:lnTo>
                  <a:lnTo>
                    <a:pt x="43" y="372"/>
                  </a:lnTo>
                  <a:lnTo>
                    <a:pt x="38" y="397"/>
                  </a:lnTo>
                  <a:lnTo>
                    <a:pt x="34" y="422"/>
                  </a:lnTo>
                  <a:lnTo>
                    <a:pt x="30" y="450"/>
                  </a:lnTo>
                  <a:lnTo>
                    <a:pt x="25" y="503"/>
                  </a:lnTo>
                  <a:lnTo>
                    <a:pt x="22" y="531"/>
                  </a:lnTo>
                  <a:lnTo>
                    <a:pt x="21" y="559"/>
                  </a:lnTo>
                  <a:lnTo>
                    <a:pt x="18" y="612"/>
                  </a:lnTo>
                  <a:lnTo>
                    <a:pt x="17" y="668"/>
                  </a:lnTo>
                  <a:lnTo>
                    <a:pt x="17" y="712"/>
                  </a:lnTo>
                  <a:lnTo>
                    <a:pt x="20" y="756"/>
                  </a:lnTo>
                  <a:lnTo>
                    <a:pt x="22" y="796"/>
                  </a:lnTo>
                  <a:lnTo>
                    <a:pt x="26" y="837"/>
                  </a:lnTo>
                  <a:lnTo>
                    <a:pt x="31" y="878"/>
                  </a:lnTo>
                  <a:lnTo>
                    <a:pt x="38" y="918"/>
                  </a:lnTo>
                  <a:lnTo>
                    <a:pt x="40" y="937"/>
                  </a:lnTo>
                  <a:lnTo>
                    <a:pt x="44" y="956"/>
                  </a:lnTo>
                  <a:lnTo>
                    <a:pt x="53" y="990"/>
                  </a:lnTo>
                  <a:lnTo>
                    <a:pt x="62" y="1024"/>
                  </a:lnTo>
                  <a:lnTo>
                    <a:pt x="67" y="1043"/>
                  </a:lnTo>
                  <a:lnTo>
                    <a:pt x="72" y="1059"/>
                  </a:lnTo>
                  <a:lnTo>
                    <a:pt x="84" y="1087"/>
                  </a:lnTo>
                  <a:lnTo>
                    <a:pt x="97" y="1115"/>
                  </a:lnTo>
                  <a:lnTo>
                    <a:pt x="111" y="1140"/>
                  </a:lnTo>
                  <a:lnTo>
                    <a:pt x="125" y="1165"/>
                  </a:lnTo>
                  <a:lnTo>
                    <a:pt x="140" y="1187"/>
                  </a:lnTo>
                  <a:lnTo>
                    <a:pt x="158" y="1205"/>
                  </a:lnTo>
                  <a:lnTo>
                    <a:pt x="109" y="1386"/>
                  </a:lnTo>
                  <a:lnTo>
                    <a:pt x="85" y="1477"/>
                  </a:lnTo>
                  <a:lnTo>
                    <a:pt x="59" y="1567"/>
                  </a:lnTo>
                  <a:lnTo>
                    <a:pt x="61" y="1611"/>
                  </a:lnTo>
                  <a:lnTo>
                    <a:pt x="95" y="1649"/>
                  </a:lnTo>
                  <a:lnTo>
                    <a:pt x="130" y="1686"/>
                  </a:lnTo>
                  <a:lnTo>
                    <a:pt x="104" y="1736"/>
                  </a:lnTo>
                  <a:lnTo>
                    <a:pt x="91" y="1764"/>
                  </a:lnTo>
                  <a:lnTo>
                    <a:pt x="80" y="1792"/>
                  </a:lnTo>
                  <a:lnTo>
                    <a:pt x="68" y="1820"/>
                  </a:lnTo>
                  <a:lnTo>
                    <a:pt x="58" y="1848"/>
                  </a:lnTo>
                  <a:lnTo>
                    <a:pt x="48" y="1876"/>
                  </a:lnTo>
                  <a:lnTo>
                    <a:pt x="39" y="1905"/>
                  </a:lnTo>
                  <a:lnTo>
                    <a:pt x="30" y="1936"/>
                  </a:lnTo>
                  <a:lnTo>
                    <a:pt x="23" y="1970"/>
                  </a:lnTo>
                  <a:lnTo>
                    <a:pt x="17" y="2004"/>
                  </a:lnTo>
                  <a:lnTo>
                    <a:pt x="11" y="2039"/>
                  </a:lnTo>
                  <a:lnTo>
                    <a:pt x="7" y="2076"/>
                  </a:lnTo>
                  <a:lnTo>
                    <a:pt x="4" y="2117"/>
                  </a:lnTo>
                  <a:lnTo>
                    <a:pt x="3" y="2139"/>
                  </a:lnTo>
                  <a:lnTo>
                    <a:pt x="2" y="2161"/>
                  </a:lnTo>
                  <a:lnTo>
                    <a:pt x="2" y="2182"/>
                  </a:lnTo>
                  <a:lnTo>
                    <a:pt x="0" y="2204"/>
                  </a:lnTo>
                  <a:lnTo>
                    <a:pt x="2" y="2254"/>
                  </a:lnTo>
                  <a:lnTo>
                    <a:pt x="3" y="2279"/>
                  </a:lnTo>
                  <a:lnTo>
                    <a:pt x="6" y="2301"/>
                  </a:lnTo>
                  <a:lnTo>
                    <a:pt x="7" y="2326"/>
                  </a:lnTo>
                  <a:lnTo>
                    <a:pt x="9" y="2348"/>
                  </a:lnTo>
                  <a:lnTo>
                    <a:pt x="12" y="2370"/>
                  </a:lnTo>
                  <a:lnTo>
                    <a:pt x="16" y="2388"/>
                  </a:lnTo>
                  <a:lnTo>
                    <a:pt x="22" y="2429"/>
                  </a:lnTo>
                  <a:lnTo>
                    <a:pt x="27" y="2448"/>
                  </a:lnTo>
                  <a:lnTo>
                    <a:pt x="31" y="2466"/>
                  </a:lnTo>
                  <a:lnTo>
                    <a:pt x="41" y="2501"/>
                  </a:lnTo>
                  <a:lnTo>
                    <a:pt x="54" y="2535"/>
                  </a:lnTo>
                  <a:lnTo>
                    <a:pt x="67" y="2563"/>
                  </a:lnTo>
                  <a:lnTo>
                    <a:pt x="81" y="2591"/>
                  </a:lnTo>
                  <a:lnTo>
                    <a:pt x="95" y="2616"/>
                  </a:lnTo>
                  <a:lnTo>
                    <a:pt x="111" y="2641"/>
                  </a:lnTo>
                  <a:lnTo>
                    <a:pt x="127" y="2660"/>
                  </a:lnTo>
                  <a:lnTo>
                    <a:pt x="135" y="2669"/>
                  </a:lnTo>
                  <a:lnTo>
                    <a:pt x="144" y="2679"/>
                  </a:lnTo>
                  <a:lnTo>
                    <a:pt x="153" y="2688"/>
                  </a:lnTo>
                  <a:lnTo>
                    <a:pt x="162" y="2697"/>
                  </a:lnTo>
                  <a:lnTo>
                    <a:pt x="180" y="2710"/>
                  </a:lnTo>
                  <a:lnTo>
                    <a:pt x="217" y="2735"/>
                  </a:lnTo>
                  <a:lnTo>
                    <a:pt x="235" y="2744"/>
                  </a:lnTo>
                  <a:lnTo>
                    <a:pt x="254" y="2751"/>
                  </a:lnTo>
                  <a:lnTo>
                    <a:pt x="272" y="2757"/>
                  </a:lnTo>
                  <a:lnTo>
                    <a:pt x="292" y="2760"/>
                  </a:lnTo>
                  <a:lnTo>
                    <a:pt x="310" y="2763"/>
                  </a:lnTo>
                  <a:lnTo>
                    <a:pt x="328" y="2763"/>
                  </a:lnTo>
                  <a:lnTo>
                    <a:pt x="334" y="2763"/>
                  </a:lnTo>
                  <a:lnTo>
                    <a:pt x="357" y="2763"/>
                  </a:lnTo>
                  <a:lnTo>
                    <a:pt x="380" y="2760"/>
                  </a:lnTo>
                  <a:lnTo>
                    <a:pt x="402" y="2754"/>
                  </a:lnTo>
                  <a:lnTo>
                    <a:pt x="425" y="2744"/>
                  </a:lnTo>
                  <a:lnTo>
                    <a:pt x="447" y="2732"/>
                  </a:lnTo>
                  <a:lnTo>
                    <a:pt x="469" y="2719"/>
                  </a:lnTo>
                  <a:lnTo>
                    <a:pt x="491" y="2701"/>
                  </a:lnTo>
                  <a:lnTo>
                    <a:pt x="512" y="2682"/>
                  </a:lnTo>
                  <a:lnTo>
                    <a:pt x="523" y="2669"/>
                  </a:lnTo>
                  <a:lnTo>
                    <a:pt x="533" y="2657"/>
                  </a:lnTo>
                  <a:lnTo>
                    <a:pt x="552" y="2632"/>
                  </a:lnTo>
                  <a:lnTo>
                    <a:pt x="561" y="2616"/>
                  </a:lnTo>
                  <a:lnTo>
                    <a:pt x="570" y="2601"/>
                  </a:lnTo>
                  <a:lnTo>
                    <a:pt x="588" y="2566"/>
                  </a:lnTo>
                  <a:lnTo>
                    <a:pt x="596" y="2548"/>
                  </a:lnTo>
                  <a:lnTo>
                    <a:pt x="603" y="2529"/>
                  </a:lnTo>
                  <a:lnTo>
                    <a:pt x="619" y="2488"/>
                  </a:lnTo>
                  <a:lnTo>
                    <a:pt x="632" y="2441"/>
                  </a:lnTo>
                  <a:lnTo>
                    <a:pt x="638" y="2416"/>
                  </a:lnTo>
                  <a:lnTo>
                    <a:pt x="645" y="2392"/>
                  </a:lnTo>
                  <a:lnTo>
                    <a:pt x="651" y="2360"/>
                  </a:lnTo>
                  <a:lnTo>
                    <a:pt x="656" y="2329"/>
                  </a:lnTo>
                  <a:lnTo>
                    <a:pt x="661" y="2298"/>
                  </a:lnTo>
                  <a:lnTo>
                    <a:pt x="665" y="2264"/>
                  </a:lnTo>
                  <a:lnTo>
                    <a:pt x="669" y="2232"/>
                  </a:lnTo>
                  <a:lnTo>
                    <a:pt x="670" y="2198"/>
                  </a:lnTo>
                  <a:lnTo>
                    <a:pt x="671" y="2164"/>
                  </a:lnTo>
                  <a:lnTo>
                    <a:pt x="673" y="2129"/>
                  </a:lnTo>
                  <a:lnTo>
                    <a:pt x="673" y="2098"/>
                  </a:lnTo>
                  <a:lnTo>
                    <a:pt x="671" y="2067"/>
                  </a:lnTo>
                  <a:lnTo>
                    <a:pt x="670" y="2036"/>
                  </a:lnTo>
                  <a:lnTo>
                    <a:pt x="668" y="2008"/>
                  </a:lnTo>
                  <a:lnTo>
                    <a:pt x="665" y="1979"/>
                  </a:lnTo>
                  <a:lnTo>
                    <a:pt x="661" y="1951"/>
                  </a:lnTo>
                  <a:lnTo>
                    <a:pt x="657" y="1923"/>
                  </a:lnTo>
                  <a:lnTo>
                    <a:pt x="652" y="1898"/>
                  </a:lnTo>
                  <a:lnTo>
                    <a:pt x="646" y="1873"/>
                  </a:lnTo>
                  <a:lnTo>
                    <a:pt x="641" y="1848"/>
                  </a:lnTo>
                  <a:lnTo>
                    <a:pt x="633" y="1823"/>
                  </a:lnTo>
                  <a:lnTo>
                    <a:pt x="627" y="1802"/>
                  </a:lnTo>
                  <a:lnTo>
                    <a:pt x="618" y="1777"/>
                  </a:lnTo>
                  <a:lnTo>
                    <a:pt x="610" y="1755"/>
                  </a:lnTo>
                  <a:lnTo>
                    <a:pt x="601" y="1736"/>
                  </a:lnTo>
                  <a:lnTo>
                    <a:pt x="591" y="1714"/>
                  </a:lnTo>
                  <a:lnTo>
                    <a:pt x="578" y="1692"/>
                  </a:lnTo>
                  <a:lnTo>
                    <a:pt x="565" y="1674"/>
                  </a:lnTo>
                  <a:lnTo>
                    <a:pt x="552" y="1655"/>
                  </a:lnTo>
                  <a:lnTo>
                    <a:pt x="538" y="1639"/>
                  </a:lnTo>
                  <a:lnTo>
                    <a:pt x="524" y="1624"/>
                  </a:lnTo>
                  <a:lnTo>
                    <a:pt x="509" y="1611"/>
                  </a:lnTo>
                  <a:lnTo>
                    <a:pt x="492" y="1599"/>
                  </a:lnTo>
                  <a:lnTo>
                    <a:pt x="476" y="1586"/>
                  </a:lnTo>
                  <a:lnTo>
                    <a:pt x="411" y="1546"/>
                  </a:lnTo>
                  <a:lnTo>
                    <a:pt x="352" y="1514"/>
                  </a:lnTo>
                  <a:lnTo>
                    <a:pt x="290" y="1477"/>
                  </a:lnTo>
                  <a:lnTo>
                    <a:pt x="260" y="1455"/>
                  </a:lnTo>
                  <a:lnTo>
                    <a:pt x="229" y="1436"/>
                  </a:lnTo>
                  <a:lnTo>
                    <a:pt x="271" y="1274"/>
                  </a:lnTo>
                  <a:lnTo>
                    <a:pt x="303" y="1280"/>
                  </a:lnTo>
                  <a:lnTo>
                    <a:pt x="320" y="1283"/>
                  </a:lnTo>
                  <a:lnTo>
                    <a:pt x="337" y="1286"/>
                  </a:lnTo>
                  <a:lnTo>
                    <a:pt x="352" y="1286"/>
                  </a:lnTo>
                  <a:lnTo>
                    <a:pt x="366" y="1283"/>
                  </a:lnTo>
                  <a:lnTo>
                    <a:pt x="380" y="1280"/>
                  </a:lnTo>
                  <a:lnTo>
                    <a:pt x="393" y="1274"/>
                  </a:lnTo>
                  <a:lnTo>
                    <a:pt x="407" y="1268"/>
                  </a:lnTo>
                  <a:lnTo>
                    <a:pt x="420" y="1261"/>
                  </a:lnTo>
                  <a:lnTo>
                    <a:pt x="433" y="1255"/>
                  </a:lnTo>
                  <a:lnTo>
                    <a:pt x="446" y="1246"/>
                  </a:lnTo>
                  <a:lnTo>
                    <a:pt x="458" y="1233"/>
                  </a:lnTo>
                  <a:lnTo>
                    <a:pt x="470" y="1221"/>
                  </a:lnTo>
                  <a:lnTo>
                    <a:pt x="493" y="1193"/>
                  </a:lnTo>
                  <a:lnTo>
                    <a:pt x="505" y="1177"/>
                  </a:lnTo>
                  <a:lnTo>
                    <a:pt x="516" y="1162"/>
                  </a:lnTo>
                  <a:lnTo>
                    <a:pt x="526" y="1143"/>
                  </a:lnTo>
                  <a:lnTo>
                    <a:pt x="537" y="1124"/>
                  </a:lnTo>
                  <a:lnTo>
                    <a:pt x="547" y="1102"/>
                  </a:lnTo>
                  <a:lnTo>
                    <a:pt x="556" y="1080"/>
                  </a:lnTo>
                  <a:lnTo>
                    <a:pt x="565" y="1059"/>
                  </a:lnTo>
                  <a:lnTo>
                    <a:pt x="573" y="1034"/>
                  </a:lnTo>
                  <a:lnTo>
                    <a:pt x="580" y="1009"/>
                  </a:lnTo>
                  <a:lnTo>
                    <a:pt x="588" y="984"/>
                  </a:lnTo>
                  <a:lnTo>
                    <a:pt x="593" y="956"/>
                  </a:lnTo>
                  <a:lnTo>
                    <a:pt x="600" y="927"/>
                  </a:lnTo>
                  <a:lnTo>
                    <a:pt x="605" y="899"/>
                  </a:lnTo>
                  <a:lnTo>
                    <a:pt x="609" y="868"/>
                  </a:lnTo>
                  <a:lnTo>
                    <a:pt x="612" y="837"/>
                  </a:lnTo>
                  <a:lnTo>
                    <a:pt x="616" y="806"/>
                  </a:lnTo>
                  <a:lnTo>
                    <a:pt x="619" y="771"/>
                  </a:lnTo>
                  <a:lnTo>
                    <a:pt x="620" y="737"/>
                  </a:lnTo>
                  <a:lnTo>
                    <a:pt x="621" y="700"/>
                  </a:lnTo>
                  <a:lnTo>
                    <a:pt x="623" y="662"/>
                  </a:lnTo>
                  <a:lnTo>
                    <a:pt x="621" y="606"/>
                  </a:lnTo>
                  <a:lnTo>
                    <a:pt x="620" y="578"/>
                  </a:lnTo>
                  <a:lnTo>
                    <a:pt x="619" y="550"/>
                  </a:lnTo>
                  <a:lnTo>
                    <a:pt x="616" y="525"/>
                  </a:lnTo>
                  <a:lnTo>
                    <a:pt x="614" y="497"/>
                  </a:lnTo>
                  <a:lnTo>
                    <a:pt x="610" y="472"/>
                  </a:lnTo>
                  <a:lnTo>
                    <a:pt x="606" y="444"/>
                  </a:lnTo>
                  <a:lnTo>
                    <a:pt x="601" y="419"/>
                  </a:lnTo>
                  <a:lnTo>
                    <a:pt x="596" y="394"/>
                  </a:lnTo>
                  <a:lnTo>
                    <a:pt x="593" y="381"/>
                  </a:lnTo>
                  <a:lnTo>
                    <a:pt x="591" y="369"/>
                  </a:lnTo>
                  <a:lnTo>
                    <a:pt x="584" y="347"/>
                  </a:lnTo>
                  <a:lnTo>
                    <a:pt x="578" y="325"/>
                  </a:lnTo>
                  <a:lnTo>
                    <a:pt x="570" y="303"/>
                  </a:lnTo>
                  <a:lnTo>
                    <a:pt x="562" y="284"/>
                  </a:lnTo>
                  <a:lnTo>
                    <a:pt x="553" y="266"/>
                  </a:lnTo>
                  <a:lnTo>
                    <a:pt x="677" y="284"/>
                  </a:lnTo>
                  <a:lnTo>
                    <a:pt x="687" y="266"/>
                  </a:lnTo>
                  <a:lnTo>
                    <a:pt x="689" y="147"/>
                  </a:lnTo>
                  <a:lnTo>
                    <a:pt x="693" y="28"/>
                  </a:lnTo>
                  <a:close/>
                  <a:moveTo>
                    <a:pt x="474" y="662"/>
                  </a:moveTo>
                  <a:lnTo>
                    <a:pt x="473" y="706"/>
                  </a:lnTo>
                  <a:lnTo>
                    <a:pt x="471" y="725"/>
                  </a:lnTo>
                  <a:lnTo>
                    <a:pt x="471" y="746"/>
                  </a:lnTo>
                  <a:lnTo>
                    <a:pt x="467" y="784"/>
                  </a:lnTo>
                  <a:lnTo>
                    <a:pt x="464" y="818"/>
                  </a:lnTo>
                  <a:lnTo>
                    <a:pt x="458" y="853"/>
                  </a:lnTo>
                  <a:lnTo>
                    <a:pt x="455" y="868"/>
                  </a:lnTo>
                  <a:lnTo>
                    <a:pt x="452" y="884"/>
                  </a:lnTo>
                  <a:lnTo>
                    <a:pt x="443" y="915"/>
                  </a:lnTo>
                  <a:lnTo>
                    <a:pt x="435" y="943"/>
                  </a:lnTo>
                  <a:lnTo>
                    <a:pt x="430" y="956"/>
                  </a:lnTo>
                  <a:lnTo>
                    <a:pt x="425" y="968"/>
                  </a:lnTo>
                  <a:lnTo>
                    <a:pt x="414" y="987"/>
                  </a:lnTo>
                  <a:lnTo>
                    <a:pt x="407" y="999"/>
                  </a:lnTo>
                  <a:lnTo>
                    <a:pt x="401" y="1006"/>
                  </a:lnTo>
                  <a:lnTo>
                    <a:pt x="388" y="1021"/>
                  </a:lnTo>
                  <a:lnTo>
                    <a:pt x="380" y="1027"/>
                  </a:lnTo>
                  <a:lnTo>
                    <a:pt x="374" y="1034"/>
                  </a:lnTo>
                  <a:lnTo>
                    <a:pt x="358" y="1043"/>
                  </a:lnTo>
                  <a:lnTo>
                    <a:pt x="342" y="1049"/>
                  </a:lnTo>
                  <a:lnTo>
                    <a:pt x="324" y="1049"/>
                  </a:lnTo>
                  <a:lnTo>
                    <a:pt x="306" y="1049"/>
                  </a:lnTo>
                  <a:lnTo>
                    <a:pt x="289" y="1043"/>
                  </a:lnTo>
                  <a:lnTo>
                    <a:pt x="280" y="1037"/>
                  </a:lnTo>
                  <a:lnTo>
                    <a:pt x="272" y="1034"/>
                  </a:lnTo>
                  <a:lnTo>
                    <a:pt x="257" y="1021"/>
                  </a:lnTo>
                  <a:lnTo>
                    <a:pt x="244" y="1006"/>
                  </a:lnTo>
                  <a:lnTo>
                    <a:pt x="236" y="996"/>
                  </a:lnTo>
                  <a:lnTo>
                    <a:pt x="231" y="987"/>
                  </a:lnTo>
                  <a:lnTo>
                    <a:pt x="225" y="974"/>
                  </a:lnTo>
                  <a:lnTo>
                    <a:pt x="219" y="965"/>
                  </a:lnTo>
                  <a:lnTo>
                    <a:pt x="213" y="952"/>
                  </a:lnTo>
                  <a:lnTo>
                    <a:pt x="208" y="937"/>
                  </a:lnTo>
                  <a:lnTo>
                    <a:pt x="198" y="909"/>
                  </a:lnTo>
                  <a:lnTo>
                    <a:pt x="190" y="878"/>
                  </a:lnTo>
                  <a:lnTo>
                    <a:pt x="183" y="846"/>
                  </a:lnTo>
                  <a:lnTo>
                    <a:pt x="180" y="831"/>
                  </a:lnTo>
                  <a:lnTo>
                    <a:pt x="177" y="812"/>
                  </a:lnTo>
                  <a:lnTo>
                    <a:pt x="172" y="774"/>
                  </a:lnTo>
                  <a:lnTo>
                    <a:pt x="171" y="756"/>
                  </a:lnTo>
                  <a:lnTo>
                    <a:pt x="170" y="737"/>
                  </a:lnTo>
                  <a:lnTo>
                    <a:pt x="168" y="715"/>
                  </a:lnTo>
                  <a:lnTo>
                    <a:pt x="167" y="696"/>
                  </a:lnTo>
                  <a:lnTo>
                    <a:pt x="166" y="653"/>
                  </a:lnTo>
                  <a:lnTo>
                    <a:pt x="167" y="609"/>
                  </a:lnTo>
                  <a:lnTo>
                    <a:pt x="168" y="590"/>
                  </a:lnTo>
                  <a:lnTo>
                    <a:pt x="170" y="568"/>
                  </a:lnTo>
                  <a:lnTo>
                    <a:pt x="172" y="531"/>
                  </a:lnTo>
                  <a:lnTo>
                    <a:pt x="177" y="494"/>
                  </a:lnTo>
                  <a:lnTo>
                    <a:pt x="183" y="459"/>
                  </a:lnTo>
                  <a:lnTo>
                    <a:pt x="190" y="425"/>
                  </a:lnTo>
                  <a:lnTo>
                    <a:pt x="198" y="394"/>
                  </a:lnTo>
                  <a:lnTo>
                    <a:pt x="203" y="378"/>
                  </a:lnTo>
                  <a:lnTo>
                    <a:pt x="208" y="362"/>
                  </a:lnTo>
                  <a:lnTo>
                    <a:pt x="219" y="337"/>
                  </a:lnTo>
                  <a:lnTo>
                    <a:pt x="225" y="325"/>
                  </a:lnTo>
                  <a:lnTo>
                    <a:pt x="230" y="312"/>
                  </a:lnTo>
                  <a:lnTo>
                    <a:pt x="243" y="294"/>
                  </a:lnTo>
                  <a:lnTo>
                    <a:pt x="249" y="284"/>
                  </a:lnTo>
                  <a:lnTo>
                    <a:pt x="257" y="275"/>
                  </a:lnTo>
                  <a:lnTo>
                    <a:pt x="271" y="263"/>
                  </a:lnTo>
                  <a:lnTo>
                    <a:pt x="288" y="253"/>
                  </a:lnTo>
                  <a:lnTo>
                    <a:pt x="304" y="247"/>
                  </a:lnTo>
                  <a:lnTo>
                    <a:pt x="322" y="244"/>
                  </a:lnTo>
                  <a:lnTo>
                    <a:pt x="331" y="244"/>
                  </a:lnTo>
                  <a:lnTo>
                    <a:pt x="340" y="247"/>
                  </a:lnTo>
                  <a:lnTo>
                    <a:pt x="358" y="253"/>
                  </a:lnTo>
                  <a:lnTo>
                    <a:pt x="367" y="256"/>
                  </a:lnTo>
                  <a:lnTo>
                    <a:pt x="375" y="263"/>
                  </a:lnTo>
                  <a:lnTo>
                    <a:pt x="389" y="275"/>
                  </a:lnTo>
                  <a:lnTo>
                    <a:pt x="397" y="284"/>
                  </a:lnTo>
                  <a:lnTo>
                    <a:pt x="403" y="294"/>
                  </a:lnTo>
                  <a:lnTo>
                    <a:pt x="416" y="312"/>
                  </a:lnTo>
                  <a:lnTo>
                    <a:pt x="421" y="325"/>
                  </a:lnTo>
                  <a:lnTo>
                    <a:pt x="426" y="337"/>
                  </a:lnTo>
                  <a:lnTo>
                    <a:pt x="437" y="366"/>
                  </a:lnTo>
                  <a:lnTo>
                    <a:pt x="442" y="378"/>
                  </a:lnTo>
                  <a:lnTo>
                    <a:pt x="446" y="394"/>
                  </a:lnTo>
                  <a:lnTo>
                    <a:pt x="453" y="428"/>
                  </a:lnTo>
                  <a:lnTo>
                    <a:pt x="460" y="462"/>
                  </a:lnTo>
                  <a:lnTo>
                    <a:pt x="465" y="497"/>
                  </a:lnTo>
                  <a:lnTo>
                    <a:pt x="466" y="515"/>
                  </a:lnTo>
                  <a:lnTo>
                    <a:pt x="469" y="537"/>
                  </a:lnTo>
                  <a:lnTo>
                    <a:pt x="471" y="578"/>
                  </a:lnTo>
                  <a:lnTo>
                    <a:pt x="473" y="618"/>
                  </a:lnTo>
                  <a:lnTo>
                    <a:pt x="474" y="662"/>
                  </a:lnTo>
                  <a:close/>
                  <a:moveTo>
                    <a:pt x="516" y="2201"/>
                  </a:moveTo>
                  <a:lnTo>
                    <a:pt x="514" y="2242"/>
                  </a:lnTo>
                  <a:lnTo>
                    <a:pt x="511" y="2282"/>
                  </a:lnTo>
                  <a:lnTo>
                    <a:pt x="509" y="2298"/>
                  </a:lnTo>
                  <a:lnTo>
                    <a:pt x="506" y="2317"/>
                  </a:lnTo>
                  <a:lnTo>
                    <a:pt x="500" y="2351"/>
                  </a:lnTo>
                  <a:lnTo>
                    <a:pt x="492" y="2379"/>
                  </a:lnTo>
                  <a:lnTo>
                    <a:pt x="487" y="2395"/>
                  </a:lnTo>
                  <a:lnTo>
                    <a:pt x="482" y="2407"/>
                  </a:lnTo>
                  <a:lnTo>
                    <a:pt x="476" y="2420"/>
                  </a:lnTo>
                  <a:lnTo>
                    <a:pt x="470" y="2429"/>
                  </a:lnTo>
                  <a:lnTo>
                    <a:pt x="457" y="2451"/>
                  </a:lnTo>
                  <a:lnTo>
                    <a:pt x="444" y="2470"/>
                  </a:lnTo>
                  <a:lnTo>
                    <a:pt x="430" y="2485"/>
                  </a:lnTo>
                  <a:lnTo>
                    <a:pt x="415" y="2498"/>
                  </a:lnTo>
                  <a:lnTo>
                    <a:pt x="401" y="2507"/>
                  </a:lnTo>
                  <a:lnTo>
                    <a:pt x="385" y="2516"/>
                  </a:lnTo>
                  <a:lnTo>
                    <a:pt x="370" y="2520"/>
                  </a:lnTo>
                  <a:lnTo>
                    <a:pt x="355" y="2523"/>
                  </a:lnTo>
                  <a:lnTo>
                    <a:pt x="338" y="2526"/>
                  </a:lnTo>
                  <a:lnTo>
                    <a:pt x="320" y="2523"/>
                  </a:lnTo>
                  <a:lnTo>
                    <a:pt x="303" y="2520"/>
                  </a:lnTo>
                  <a:lnTo>
                    <a:pt x="285" y="2513"/>
                  </a:lnTo>
                  <a:lnTo>
                    <a:pt x="269" y="2504"/>
                  </a:lnTo>
                  <a:lnTo>
                    <a:pt x="253" y="2491"/>
                  </a:lnTo>
                  <a:lnTo>
                    <a:pt x="238" y="2476"/>
                  </a:lnTo>
                  <a:lnTo>
                    <a:pt x="230" y="2470"/>
                  </a:lnTo>
                  <a:lnTo>
                    <a:pt x="222" y="2460"/>
                  </a:lnTo>
                  <a:lnTo>
                    <a:pt x="207" y="2438"/>
                  </a:lnTo>
                  <a:lnTo>
                    <a:pt x="201" y="2429"/>
                  </a:lnTo>
                  <a:lnTo>
                    <a:pt x="194" y="2416"/>
                  </a:lnTo>
                  <a:lnTo>
                    <a:pt x="188" y="2404"/>
                  </a:lnTo>
                  <a:lnTo>
                    <a:pt x="181" y="2388"/>
                  </a:lnTo>
                  <a:lnTo>
                    <a:pt x="176" y="2376"/>
                  </a:lnTo>
                  <a:lnTo>
                    <a:pt x="171" y="2360"/>
                  </a:lnTo>
                  <a:lnTo>
                    <a:pt x="167" y="2342"/>
                  </a:lnTo>
                  <a:lnTo>
                    <a:pt x="163" y="2326"/>
                  </a:lnTo>
                  <a:lnTo>
                    <a:pt x="160" y="2307"/>
                  </a:lnTo>
                  <a:lnTo>
                    <a:pt x="156" y="2289"/>
                  </a:lnTo>
                  <a:lnTo>
                    <a:pt x="153" y="2270"/>
                  </a:lnTo>
                  <a:lnTo>
                    <a:pt x="151" y="2251"/>
                  </a:lnTo>
                  <a:lnTo>
                    <a:pt x="148" y="2207"/>
                  </a:lnTo>
                  <a:lnTo>
                    <a:pt x="147" y="2185"/>
                  </a:lnTo>
                  <a:lnTo>
                    <a:pt x="145" y="2161"/>
                  </a:lnTo>
                  <a:lnTo>
                    <a:pt x="147" y="2129"/>
                  </a:lnTo>
                  <a:lnTo>
                    <a:pt x="148" y="2098"/>
                  </a:lnTo>
                  <a:lnTo>
                    <a:pt x="151" y="2070"/>
                  </a:lnTo>
                  <a:lnTo>
                    <a:pt x="153" y="2042"/>
                  </a:lnTo>
                  <a:lnTo>
                    <a:pt x="157" y="2017"/>
                  </a:lnTo>
                  <a:lnTo>
                    <a:pt x="161" y="1992"/>
                  </a:lnTo>
                  <a:lnTo>
                    <a:pt x="167" y="1970"/>
                  </a:lnTo>
                  <a:lnTo>
                    <a:pt x="170" y="1958"/>
                  </a:lnTo>
                  <a:lnTo>
                    <a:pt x="172" y="1948"/>
                  </a:lnTo>
                  <a:lnTo>
                    <a:pt x="185" y="1908"/>
                  </a:lnTo>
                  <a:lnTo>
                    <a:pt x="199" y="1864"/>
                  </a:lnTo>
                  <a:lnTo>
                    <a:pt x="215" y="1820"/>
                  </a:lnTo>
                  <a:lnTo>
                    <a:pt x="231" y="1780"/>
                  </a:lnTo>
                  <a:lnTo>
                    <a:pt x="337" y="1848"/>
                  </a:lnTo>
                  <a:lnTo>
                    <a:pt x="378" y="1876"/>
                  </a:lnTo>
                  <a:lnTo>
                    <a:pt x="417" y="1911"/>
                  </a:lnTo>
                  <a:lnTo>
                    <a:pt x="428" y="1920"/>
                  </a:lnTo>
                  <a:lnTo>
                    <a:pt x="438" y="1930"/>
                  </a:lnTo>
                  <a:lnTo>
                    <a:pt x="447" y="1939"/>
                  </a:lnTo>
                  <a:lnTo>
                    <a:pt x="456" y="1951"/>
                  </a:lnTo>
                  <a:lnTo>
                    <a:pt x="471" y="1979"/>
                  </a:lnTo>
                  <a:lnTo>
                    <a:pt x="479" y="1995"/>
                  </a:lnTo>
                  <a:lnTo>
                    <a:pt x="487" y="2011"/>
                  </a:lnTo>
                  <a:lnTo>
                    <a:pt x="493" y="2029"/>
                  </a:lnTo>
                  <a:lnTo>
                    <a:pt x="500" y="2048"/>
                  </a:lnTo>
                  <a:lnTo>
                    <a:pt x="503" y="2070"/>
                  </a:lnTo>
                  <a:lnTo>
                    <a:pt x="509" y="2092"/>
                  </a:lnTo>
                  <a:lnTo>
                    <a:pt x="511" y="2117"/>
                  </a:lnTo>
                  <a:lnTo>
                    <a:pt x="514" y="2142"/>
                  </a:lnTo>
                  <a:lnTo>
                    <a:pt x="515" y="2170"/>
                  </a:lnTo>
                  <a:lnTo>
                    <a:pt x="516" y="220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6039" name="Freeform 7"/>
            <p:cNvSpPr>
              <a:spLocks noEditPoints="1"/>
            </p:cNvSpPr>
            <p:nvPr/>
          </p:nvSpPr>
          <p:spPr bwMode="auto">
            <a:xfrm>
              <a:off x="1595" y="2377"/>
              <a:ext cx="585" cy="702"/>
            </a:xfrm>
            <a:custGeom>
              <a:avLst/>
              <a:gdLst/>
              <a:ahLst/>
              <a:cxnLst>
                <a:cxn ang="0">
                  <a:pos x="674" y="815"/>
                </a:cxn>
                <a:cxn ang="0">
                  <a:pos x="660" y="574"/>
                </a:cxn>
                <a:cxn ang="0">
                  <a:pos x="642" y="428"/>
                </a:cxn>
                <a:cxn ang="0">
                  <a:pos x="612" y="300"/>
                </a:cxn>
                <a:cxn ang="0">
                  <a:pos x="571" y="184"/>
                </a:cxn>
                <a:cxn ang="0">
                  <a:pos x="519" y="94"/>
                </a:cxn>
                <a:cxn ang="0">
                  <a:pos x="464" y="38"/>
                </a:cxn>
                <a:cxn ang="0">
                  <a:pos x="406" y="6"/>
                </a:cxn>
                <a:cxn ang="0">
                  <a:pos x="358" y="0"/>
                </a:cxn>
                <a:cxn ang="0">
                  <a:pos x="311" y="6"/>
                </a:cxn>
                <a:cxn ang="0">
                  <a:pos x="258" y="28"/>
                </a:cxn>
                <a:cxn ang="0">
                  <a:pos x="199" y="78"/>
                </a:cxn>
                <a:cxn ang="0">
                  <a:pos x="139" y="169"/>
                </a:cxn>
                <a:cxn ang="0">
                  <a:pos x="104" y="247"/>
                </a:cxn>
                <a:cxn ang="0">
                  <a:pos x="75" y="334"/>
                </a:cxn>
                <a:cxn ang="0">
                  <a:pos x="40" y="490"/>
                </a:cxn>
                <a:cxn ang="0">
                  <a:pos x="16" y="665"/>
                </a:cxn>
                <a:cxn ang="0">
                  <a:pos x="3" y="852"/>
                </a:cxn>
                <a:cxn ang="0">
                  <a:pos x="2" y="1099"/>
                </a:cxn>
                <a:cxn ang="0">
                  <a:pos x="16" y="1302"/>
                </a:cxn>
                <a:cxn ang="0">
                  <a:pos x="38" y="1458"/>
                </a:cxn>
                <a:cxn ang="0">
                  <a:pos x="68" y="1592"/>
                </a:cxn>
                <a:cxn ang="0">
                  <a:pos x="116" y="1723"/>
                </a:cxn>
                <a:cxn ang="0">
                  <a:pos x="159" y="1801"/>
                </a:cxn>
                <a:cxn ang="0">
                  <a:pos x="226" y="1879"/>
                </a:cxn>
                <a:cxn ang="0">
                  <a:pos x="304" y="1929"/>
                </a:cxn>
                <a:cxn ang="0">
                  <a:pos x="393" y="1945"/>
                </a:cxn>
                <a:cxn ang="0">
                  <a:pos x="485" y="1926"/>
                </a:cxn>
                <a:cxn ang="0">
                  <a:pos x="542" y="1892"/>
                </a:cxn>
                <a:cxn ang="0">
                  <a:pos x="626" y="1811"/>
                </a:cxn>
                <a:cxn ang="0">
                  <a:pos x="647" y="1467"/>
                </a:cxn>
                <a:cxn ang="0">
                  <a:pos x="596" y="1520"/>
                </a:cxn>
                <a:cxn ang="0">
                  <a:pos x="540" y="1595"/>
                </a:cxn>
                <a:cxn ang="0">
                  <a:pos x="480" y="1639"/>
                </a:cxn>
                <a:cxn ang="0">
                  <a:pos x="433" y="1658"/>
                </a:cxn>
                <a:cxn ang="0">
                  <a:pos x="370" y="1655"/>
                </a:cxn>
                <a:cxn ang="0">
                  <a:pos x="317" y="1633"/>
                </a:cxn>
                <a:cxn ang="0">
                  <a:pos x="272" y="1589"/>
                </a:cxn>
                <a:cxn ang="0">
                  <a:pos x="235" y="1520"/>
                </a:cxn>
                <a:cxn ang="0">
                  <a:pos x="204" y="1436"/>
                </a:cxn>
                <a:cxn ang="0">
                  <a:pos x="183" y="1333"/>
                </a:cxn>
                <a:cxn ang="0">
                  <a:pos x="167" y="1221"/>
                </a:cxn>
                <a:cxn ang="0">
                  <a:pos x="159" y="1090"/>
                </a:cxn>
                <a:cxn ang="0">
                  <a:pos x="245" y="1018"/>
                </a:cxn>
                <a:cxn ang="0">
                  <a:pos x="666" y="1021"/>
                </a:cxn>
                <a:cxn ang="0">
                  <a:pos x="324" y="749"/>
                </a:cxn>
                <a:cxn ang="0">
                  <a:pos x="167" y="631"/>
                </a:cxn>
                <a:cxn ang="0">
                  <a:pos x="193" y="481"/>
                </a:cxn>
                <a:cxn ang="0">
                  <a:pos x="221" y="390"/>
                </a:cxn>
                <a:cxn ang="0">
                  <a:pos x="257" y="319"/>
                </a:cxn>
                <a:cxn ang="0">
                  <a:pos x="292" y="281"/>
                </a:cxn>
                <a:cxn ang="0">
                  <a:pos x="340" y="259"/>
                </a:cxn>
                <a:cxn ang="0">
                  <a:pos x="388" y="265"/>
                </a:cxn>
                <a:cxn ang="0">
                  <a:pos x="420" y="290"/>
                </a:cxn>
                <a:cxn ang="0">
                  <a:pos x="455" y="340"/>
                </a:cxn>
                <a:cxn ang="0">
                  <a:pos x="489" y="437"/>
                </a:cxn>
                <a:cxn ang="0">
                  <a:pos x="514" y="565"/>
                </a:cxn>
                <a:cxn ang="0">
                  <a:pos x="524" y="696"/>
                </a:cxn>
              </a:cxnLst>
              <a:rect l="0" t="0" r="r" b="b"/>
              <a:pathLst>
                <a:path w="677" h="1945">
                  <a:moveTo>
                    <a:pt x="677" y="999"/>
                  </a:moveTo>
                  <a:lnTo>
                    <a:pt x="677" y="937"/>
                  </a:lnTo>
                  <a:lnTo>
                    <a:pt x="677" y="874"/>
                  </a:lnTo>
                  <a:lnTo>
                    <a:pt x="674" y="815"/>
                  </a:lnTo>
                  <a:lnTo>
                    <a:pt x="673" y="752"/>
                  </a:lnTo>
                  <a:lnTo>
                    <a:pt x="669" y="693"/>
                  </a:lnTo>
                  <a:lnTo>
                    <a:pt x="665" y="634"/>
                  </a:lnTo>
                  <a:lnTo>
                    <a:pt x="660" y="574"/>
                  </a:lnTo>
                  <a:lnTo>
                    <a:pt x="653" y="515"/>
                  </a:lnTo>
                  <a:lnTo>
                    <a:pt x="651" y="484"/>
                  </a:lnTo>
                  <a:lnTo>
                    <a:pt x="647" y="456"/>
                  </a:lnTo>
                  <a:lnTo>
                    <a:pt x="642" y="428"/>
                  </a:lnTo>
                  <a:lnTo>
                    <a:pt x="637" y="400"/>
                  </a:lnTo>
                  <a:lnTo>
                    <a:pt x="632" y="375"/>
                  </a:lnTo>
                  <a:lnTo>
                    <a:pt x="625" y="350"/>
                  </a:lnTo>
                  <a:lnTo>
                    <a:pt x="612" y="300"/>
                  </a:lnTo>
                  <a:lnTo>
                    <a:pt x="597" y="250"/>
                  </a:lnTo>
                  <a:lnTo>
                    <a:pt x="589" y="228"/>
                  </a:lnTo>
                  <a:lnTo>
                    <a:pt x="580" y="206"/>
                  </a:lnTo>
                  <a:lnTo>
                    <a:pt x="571" y="184"/>
                  </a:lnTo>
                  <a:lnTo>
                    <a:pt x="561" y="166"/>
                  </a:lnTo>
                  <a:lnTo>
                    <a:pt x="540" y="125"/>
                  </a:lnTo>
                  <a:lnTo>
                    <a:pt x="529" y="109"/>
                  </a:lnTo>
                  <a:lnTo>
                    <a:pt x="519" y="94"/>
                  </a:lnTo>
                  <a:lnTo>
                    <a:pt x="508" y="81"/>
                  </a:lnTo>
                  <a:lnTo>
                    <a:pt x="497" y="69"/>
                  </a:lnTo>
                  <a:lnTo>
                    <a:pt x="475" y="47"/>
                  </a:lnTo>
                  <a:lnTo>
                    <a:pt x="464" y="38"/>
                  </a:lnTo>
                  <a:lnTo>
                    <a:pt x="452" y="31"/>
                  </a:lnTo>
                  <a:lnTo>
                    <a:pt x="440" y="22"/>
                  </a:lnTo>
                  <a:lnTo>
                    <a:pt x="429" y="16"/>
                  </a:lnTo>
                  <a:lnTo>
                    <a:pt x="406" y="6"/>
                  </a:lnTo>
                  <a:lnTo>
                    <a:pt x="393" y="3"/>
                  </a:lnTo>
                  <a:lnTo>
                    <a:pt x="381" y="3"/>
                  </a:lnTo>
                  <a:lnTo>
                    <a:pt x="370" y="0"/>
                  </a:lnTo>
                  <a:lnTo>
                    <a:pt x="358" y="0"/>
                  </a:lnTo>
                  <a:lnTo>
                    <a:pt x="353" y="0"/>
                  </a:lnTo>
                  <a:lnTo>
                    <a:pt x="339" y="0"/>
                  </a:lnTo>
                  <a:lnTo>
                    <a:pt x="325" y="3"/>
                  </a:lnTo>
                  <a:lnTo>
                    <a:pt x="311" y="6"/>
                  </a:lnTo>
                  <a:lnTo>
                    <a:pt x="297" y="9"/>
                  </a:lnTo>
                  <a:lnTo>
                    <a:pt x="284" y="16"/>
                  </a:lnTo>
                  <a:lnTo>
                    <a:pt x="271" y="22"/>
                  </a:lnTo>
                  <a:lnTo>
                    <a:pt x="258" y="28"/>
                  </a:lnTo>
                  <a:lnTo>
                    <a:pt x="245" y="34"/>
                  </a:lnTo>
                  <a:lnTo>
                    <a:pt x="234" y="44"/>
                  </a:lnTo>
                  <a:lnTo>
                    <a:pt x="222" y="53"/>
                  </a:lnTo>
                  <a:lnTo>
                    <a:pt x="199" y="78"/>
                  </a:lnTo>
                  <a:lnTo>
                    <a:pt x="177" y="103"/>
                  </a:lnTo>
                  <a:lnTo>
                    <a:pt x="167" y="119"/>
                  </a:lnTo>
                  <a:lnTo>
                    <a:pt x="158" y="134"/>
                  </a:lnTo>
                  <a:lnTo>
                    <a:pt x="139" y="169"/>
                  </a:lnTo>
                  <a:lnTo>
                    <a:pt x="130" y="187"/>
                  </a:lnTo>
                  <a:lnTo>
                    <a:pt x="121" y="206"/>
                  </a:lnTo>
                  <a:lnTo>
                    <a:pt x="112" y="225"/>
                  </a:lnTo>
                  <a:lnTo>
                    <a:pt x="104" y="247"/>
                  </a:lnTo>
                  <a:lnTo>
                    <a:pt x="97" y="269"/>
                  </a:lnTo>
                  <a:lnTo>
                    <a:pt x="89" y="290"/>
                  </a:lnTo>
                  <a:lnTo>
                    <a:pt x="81" y="312"/>
                  </a:lnTo>
                  <a:lnTo>
                    <a:pt x="75" y="334"/>
                  </a:lnTo>
                  <a:lnTo>
                    <a:pt x="62" y="384"/>
                  </a:lnTo>
                  <a:lnTo>
                    <a:pt x="55" y="409"/>
                  </a:lnTo>
                  <a:lnTo>
                    <a:pt x="50" y="434"/>
                  </a:lnTo>
                  <a:lnTo>
                    <a:pt x="40" y="490"/>
                  </a:lnTo>
                  <a:lnTo>
                    <a:pt x="30" y="546"/>
                  </a:lnTo>
                  <a:lnTo>
                    <a:pt x="22" y="606"/>
                  </a:lnTo>
                  <a:lnTo>
                    <a:pt x="18" y="634"/>
                  </a:lnTo>
                  <a:lnTo>
                    <a:pt x="16" y="665"/>
                  </a:lnTo>
                  <a:lnTo>
                    <a:pt x="9" y="724"/>
                  </a:lnTo>
                  <a:lnTo>
                    <a:pt x="8" y="756"/>
                  </a:lnTo>
                  <a:lnTo>
                    <a:pt x="5" y="790"/>
                  </a:lnTo>
                  <a:lnTo>
                    <a:pt x="3" y="852"/>
                  </a:lnTo>
                  <a:lnTo>
                    <a:pt x="0" y="921"/>
                  </a:lnTo>
                  <a:lnTo>
                    <a:pt x="0" y="990"/>
                  </a:lnTo>
                  <a:lnTo>
                    <a:pt x="0" y="1046"/>
                  </a:lnTo>
                  <a:lnTo>
                    <a:pt x="2" y="1099"/>
                  </a:lnTo>
                  <a:lnTo>
                    <a:pt x="4" y="1152"/>
                  </a:lnTo>
                  <a:lnTo>
                    <a:pt x="7" y="1202"/>
                  </a:lnTo>
                  <a:lnTo>
                    <a:pt x="11" y="1252"/>
                  </a:lnTo>
                  <a:lnTo>
                    <a:pt x="16" y="1302"/>
                  </a:lnTo>
                  <a:lnTo>
                    <a:pt x="21" y="1349"/>
                  </a:lnTo>
                  <a:lnTo>
                    <a:pt x="26" y="1392"/>
                  </a:lnTo>
                  <a:lnTo>
                    <a:pt x="34" y="1436"/>
                  </a:lnTo>
                  <a:lnTo>
                    <a:pt x="38" y="1458"/>
                  </a:lnTo>
                  <a:lnTo>
                    <a:pt x="41" y="1477"/>
                  </a:lnTo>
                  <a:lnTo>
                    <a:pt x="49" y="1517"/>
                  </a:lnTo>
                  <a:lnTo>
                    <a:pt x="58" y="1555"/>
                  </a:lnTo>
                  <a:lnTo>
                    <a:pt x="68" y="1592"/>
                  </a:lnTo>
                  <a:lnTo>
                    <a:pt x="79" y="1626"/>
                  </a:lnTo>
                  <a:lnTo>
                    <a:pt x="90" y="1661"/>
                  </a:lnTo>
                  <a:lnTo>
                    <a:pt x="103" y="1692"/>
                  </a:lnTo>
                  <a:lnTo>
                    <a:pt x="116" y="1723"/>
                  </a:lnTo>
                  <a:lnTo>
                    <a:pt x="123" y="1739"/>
                  </a:lnTo>
                  <a:lnTo>
                    <a:pt x="130" y="1751"/>
                  </a:lnTo>
                  <a:lnTo>
                    <a:pt x="144" y="1776"/>
                  </a:lnTo>
                  <a:lnTo>
                    <a:pt x="159" y="1801"/>
                  </a:lnTo>
                  <a:lnTo>
                    <a:pt x="175" y="1823"/>
                  </a:lnTo>
                  <a:lnTo>
                    <a:pt x="191" y="1845"/>
                  </a:lnTo>
                  <a:lnTo>
                    <a:pt x="208" y="1864"/>
                  </a:lnTo>
                  <a:lnTo>
                    <a:pt x="226" y="1879"/>
                  </a:lnTo>
                  <a:lnTo>
                    <a:pt x="245" y="1895"/>
                  </a:lnTo>
                  <a:lnTo>
                    <a:pt x="265" y="1907"/>
                  </a:lnTo>
                  <a:lnTo>
                    <a:pt x="284" y="1920"/>
                  </a:lnTo>
                  <a:lnTo>
                    <a:pt x="304" y="1929"/>
                  </a:lnTo>
                  <a:lnTo>
                    <a:pt x="326" y="1936"/>
                  </a:lnTo>
                  <a:lnTo>
                    <a:pt x="348" y="1942"/>
                  </a:lnTo>
                  <a:lnTo>
                    <a:pt x="370" y="1945"/>
                  </a:lnTo>
                  <a:lnTo>
                    <a:pt x="393" y="1945"/>
                  </a:lnTo>
                  <a:lnTo>
                    <a:pt x="425" y="1942"/>
                  </a:lnTo>
                  <a:lnTo>
                    <a:pt x="456" y="1936"/>
                  </a:lnTo>
                  <a:lnTo>
                    <a:pt x="471" y="1932"/>
                  </a:lnTo>
                  <a:lnTo>
                    <a:pt x="485" y="1926"/>
                  </a:lnTo>
                  <a:lnTo>
                    <a:pt x="499" y="1920"/>
                  </a:lnTo>
                  <a:lnTo>
                    <a:pt x="514" y="1911"/>
                  </a:lnTo>
                  <a:lnTo>
                    <a:pt x="528" y="1901"/>
                  </a:lnTo>
                  <a:lnTo>
                    <a:pt x="542" y="1892"/>
                  </a:lnTo>
                  <a:lnTo>
                    <a:pt x="570" y="1867"/>
                  </a:lnTo>
                  <a:lnTo>
                    <a:pt x="584" y="1854"/>
                  </a:lnTo>
                  <a:lnTo>
                    <a:pt x="598" y="1842"/>
                  </a:lnTo>
                  <a:lnTo>
                    <a:pt x="626" y="1811"/>
                  </a:lnTo>
                  <a:lnTo>
                    <a:pt x="634" y="1786"/>
                  </a:lnTo>
                  <a:lnTo>
                    <a:pt x="639" y="1626"/>
                  </a:lnTo>
                  <a:lnTo>
                    <a:pt x="643" y="1545"/>
                  </a:lnTo>
                  <a:lnTo>
                    <a:pt x="647" y="1467"/>
                  </a:lnTo>
                  <a:lnTo>
                    <a:pt x="635" y="1449"/>
                  </a:lnTo>
                  <a:lnTo>
                    <a:pt x="623" y="1474"/>
                  </a:lnTo>
                  <a:lnTo>
                    <a:pt x="609" y="1499"/>
                  </a:lnTo>
                  <a:lnTo>
                    <a:pt x="596" y="1520"/>
                  </a:lnTo>
                  <a:lnTo>
                    <a:pt x="582" y="1542"/>
                  </a:lnTo>
                  <a:lnTo>
                    <a:pt x="569" y="1561"/>
                  </a:lnTo>
                  <a:lnTo>
                    <a:pt x="555" y="1580"/>
                  </a:lnTo>
                  <a:lnTo>
                    <a:pt x="540" y="1595"/>
                  </a:lnTo>
                  <a:lnTo>
                    <a:pt x="525" y="1608"/>
                  </a:lnTo>
                  <a:lnTo>
                    <a:pt x="511" y="1620"/>
                  </a:lnTo>
                  <a:lnTo>
                    <a:pt x="496" y="1630"/>
                  </a:lnTo>
                  <a:lnTo>
                    <a:pt x="480" y="1639"/>
                  </a:lnTo>
                  <a:lnTo>
                    <a:pt x="472" y="1642"/>
                  </a:lnTo>
                  <a:lnTo>
                    <a:pt x="465" y="1648"/>
                  </a:lnTo>
                  <a:lnTo>
                    <a:pt x="448" y="1651"/>
                  </a:lnTo>
                  <a:lnTo>
                    <a:pt x="433" y="1658"/>
                  </a:lnTo>
                  <a:lnTo>
                    <a:pt x="416" y="1658"/>
                  </a:lnTo>
                  <a:lnTo>
                    <a:pt x="399" y="1661"/>
                  </a:lnTo>
                  <a:lnTo>
                    <a:pt x="384" y="1658"/>
                  </a:lnTo>
                  <a:lnTo>
                    <a:pt x="370" y="1655"/>
                  </a:lnTo>
                  <a:lnTo>
                    <a:pt x="356" y="1651"/>
                  </a:lnTo>
                  <a:lnTo>
                    <a:pt x="343" y="1648"/>
                  </a:lnTo>
                  <a:lnTo>
                    <a:pt x="330" y="1639"/>
                  </a:lnTo>
                  <a:lnTo>
                    <a:pt x="317" y="1633"/>
                  </a:lnTo>
                  <a:lnTo>
                    <a:pt x="306" y="1623"/>
                  </a:lnTo>
                  <a:lnTo>
                    <a:pt x="294" y="1614"/>
                  </a:lnTo>
                  <a:lnTo>
                    <a:pt x="283" y="1602"/>
                  </a:lnTo>
                  <a:lnTo>
                    <a:pt x="272" y="1589"/>
                  </a:lnTo>
                  <a:lnTo>
                    <a:pt x="262" y="1573"/>
                  </a:lnTo>
                  <a:lnTo>
                    <a:pt x="253" y="1558"/>
                  </a:lnTo>
                  <a:lnTo>
                    <a:pt x="244" y="1539"/>
                  </a:lnTo>
                  <a:lnTo>
                    <a:pt x="235" y="1520"/>
                  </a:lnTo>
                  <a:lnTo>
                    <a:pt x="226" y="1502"/>
                  </a:lnTo>
                  <a:lnTo>
                    <a:pt x="218" y="1480"/>
                  </a:lnTo>
                  <a:lnTo>
                    <a:pt x="212" y="1458"/>
                  </a:lnTo>
                  <a:lnTo>
                    <a:pt x="204" y="1436"/>
                  </a:lnTo>
                  <a:lnTo>
                    <a:pt x="198" y="1411"/>
                  </a:lnTo>
                  <a:lnTo>
                    <a:pt x="193" y="1386"/>
                  </a:lnTo>
                  <a:lnTo>
                    <a:pt x="186" y="1361"/>
                  </a:lnTo>
                  <a:lnTo>
                    <a:pt x="183" y="1333"/>
                  </a:lnTo>
                  <a:lnTo>
                    <a:pt x="177" y="1308"/>
                  </a:lnTo>
                  <a:lnTo>
                    <a:pt x="174" y="1280"/>
                  </a:lnTo>
                  <a:lnTo>
                    <a:pt x="170" y="1249"/>
                  </a:lnTo>
                  <a:lnTo>
                    <a:pt x="167" y="1221"/>
                  </a:lnTo>
                  <a:lnTo>
                    <a:pt x="165" y="1189"/>
                  </a:lnTo>
                  <a:lnTo>
                    <a:pt x="162" y="1155"/>
                  </a:lnTo>
                  <a:lnTo>
                    <a:pt x="161" y="1124"/>
                  </a:lnTo>
                  <a:lnTo>
                    <a:pt x="159" y="1090"/>
                  </a:lnTo>
                  <a:lnTo>
                    <a:pt x="158" y="1055"/>
                  </a:lnTo>
                  <a:lnTo>
                    <a:pt x="158" y="1021"/>
                  </a:lnTo>
                  <a:lnTo>
                    <a:pt x="202" y="1018"/>
                  </a:lnTo>
                  <a:lnTo>
                    <a:pt x="245" y="1018"/>
                  </a:lnTo>
                  <a:lnTo>
                    <a:pt x="333" y="1018"/>
                  </a:lnTo>
                  <a:lnTo>
                    <a:pt x="410" y="1018"/>
                  </a:lnTo>
                  <a:lnTo>
                    <a:pt x="538" y="1018"/>
                  </a:lnTo>
                  <a:lnTo>
                    <a:pt x="666" y="1021"/>
                  </a:lnTo>
                  <a:lnTo>
                    <a:pt x="677" y="999"/>
                  </a:lnTo>
                  <a:close/>
                  <a:moveTo>
                    <a:pt x="524" y="746"/>
                  </a:moveTo>
                  <a:lnTo>
                    <a:pt x="424" y="749"/>
                  </a:lnTo>
                  <a:lnTo>
                    <a:pt x="324" y="749"/>
                  </a:lnTo>
                  <a:lnTo>
                    <a:pt x="158" y="749"/>
                  </a:lnTo>
                  <a:lnTo>
                    <a:pt x="161" y="699"/>
                  </a:lnTo>
                  <a:lnTo>
                    <a:pt x="165" y="653"/>
                  </a:lnTo>
                  <a:lnTo>
                    <a:pt x="167" y="631"/>
                  </a:lnTo>
                  <a:lnTo>
                    <a:pt x="170" y="609"/>
                  </a:lnTo>
                  <a:lnTo>
                    <a:pt x="176" y="565"/>
                  </a:lnTo>
                  <a:lnTo>
                    <a:pt x="184" y="521"/>
                  </a:lnTo>
                  <a:lnTo>
                    <a:pt x="193" y="481"/>
                  </a:lnTo>
                  <a:lnTo>
                    <a:pt x="198" y="462"/>
                  </a:lnTo>
                  <a:lnTo>
                    <a:pt x="203" y="443"/>
                  </a:lnTo>
                  <a:lnTo>
                    <a:pt x="215" y="406"/>
                  </a:lnTo>
                  <a:lnTo>
                    <a:pt x="221" y="390"/>
                  </a:lnTo>
                  <a:lnTo>
                    <a:pt x="227" y="372"/>
                  </a:lnTo>
                  <a:lnTo>
                    <a:pt x="243" y="343"/>
                  </a:lnTo>
                  <a:lnTo>
                    <a:pt x="249" y="331"/>
                  </a:lnTo>
                  <a:lnTo>
                    <a:pt x="257" y="319"/>
                  </a:lnTo>
                  <a:lnTo>
                    <a:pt x="266" y="306"/>
                  </a:lnTo>
                  <a:lnTo>
                    <a:pt x="274" y="297"/>
                  </a:lnTo>
                  <a:lnTo>
                    <a:pt x="283" y="287"/>
                  </a:lnTo>
                  <a:lnTo>
                    <a:pt x="292" y="281"/>
                  </a:lnTo>
                  <a:lnTo>
                    <a:pt x="310" y="269"/>
                  </a:lnTo>
                  <a:lnTo>
                    <a:pt x="320" y="265"/>
                  </a:lnTo>
                  <a:lnTo>
                    <a:pt x="330" y="259"/>
                  </a:lnTo>
                  <a:lnTo>
                    <a:pt x="340" y="259"/>
                  </a:lnTo>
                  <a:lnTo>
                    <a:pt x="351" y="256"/>
                  </a:lnTo>
                  <a:lnTo>
                    <a:pt x="366" y="259"/>
                  </a:lnTo>
                  <a:lnTo>
                    <a:pt x="380" y="262"/>
                  </a:lnTo>
                  <a:lnTo>
                    <a:pt x="388" y="265"/>
                  </a:lnTo>
                  <a:lnTo>
                    <a:pt x="394" y="269"/>
                  </a:lnTo>
                  <a:lnTo>
                    <a:pt x="401" y="275"/>
                  </a:lnTo>
                  <a:lnTo>
                    <a:pt x="407" y="278"/>
                  </a:lnTo>
                  <a:lnTo>
                    <a:pt x="420" y="290"/>
                  </a:lnTo>
                  <a:lnTo>
                    <a:pt x="431" y="306"/>
                  </a:lnTo>
                  <a:lnTo>
                    <a:pt x="443" y="322"/>
                  </a:lnTo>
                  <a:lnTo>
                    <a:pt x="449" y="331"/>
                  </a:lnTo>
                  <a:lnTo>
                    <a:pt x="455" y="340"/>
                  </a:lnTo>
                  <a:lnTo>
                    <a:pt x="464" y="362"/>
                  </a:lnTo>
                  <a:lnTo>
                    <a:pt x="474" y="384"/>
                  </a:lnTo>
                  <a:lnTo>
                    <a:pt x="481" y="412"/>
                  </a:lnTo>
                  <a:lnTo>
                    <a:pt x="489" y="437"/>
                  </a:lnTo>
                  <a:lnTo>
                    <a:pt x="497" y="465"/>
                  </a:lnTo>
                  <a:lnTo>
                    <a:pt x="503" y="496"/>
                  </a:lnTo>
                  <a:lnTo>
                    <a:pt x="508" y="531"/>
                  </a:lnTo>
                  <a:lnTo>
                    <a:pt x="514" y="565"/>
                  </a:lnTo>
                  <a:lnTo>
                    <a:pt x="517" y="593"/>
                  </a:lnTo>
                  <a:lnTo>
                    <a:pt x="520" y="631"/>
                  </a:lnTo>
                  <a:lnTo>
                    <a:pt x="523" y="665"/>
                  </a:lnTo>
                  <a:lnTo>
                    <a:pt x="524" y="696"/>
                  </a:lnTo>
                  <a:lnTo>
                    <a:pt x="524" y="74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6040" name="Freeform 8"/>
            <p:cNvSpPr>
              <a:spLocks/>
            </p:cNvSpPr>
            <p:nvPr/>
          </p:nvSpPr>
          <p:spPr bwMode="auto">
            <a:xfrm>
              <a:off x="2322" y="2393"/>
              <a:ext cx="576" cy="685"/>
            </a:xfrm>
            <a:custGeom>
              <a:avLst/>
              <a:gdLst/>
              <a:ahLst/>
              <a:cxnLst>
                <a:cxn ang="0">
                  <a:pos x="667" y="1780"/>
                </a:cxn>
                <a:cxn ang="0">
                  <a:pos x="664" y="1602"/>
                </a:cxn>
                <a:cxn ang="0">
                  <a:pos x="661" y="1333"/>
                </a:cxn>
                <a:cxn ang="0">
                  <a:pos x="661" y="737"/>
                </a:cxn>
                <a:cxn ang="0">
                  <a:pos x="658" y="544"/>
                </a:cxn>
                <a:cxn ang="0">
                  <a:pos x="653" y="447"/>
                </a:cxn>
                <a:cxn ang="0">
                  <a:pos x="646" y="356"/>
                </a:cxn>
                <a:cxn ang="0">
                  <a:pos x="633" y="272"/>
                </a:cxn>
                <a:cxn ang="0">
                  <a:pos x="620" y="216"/>
                </a:cxn>
                <a:cxn ang="0">
                  <a:pos x="610" y="185"/>
                </a:cxn>
                <a:cxn ang="0">
                  <a:pos x="592" y="141"/>
                </a:cxn>
                <a:cxn ang="0">
                  <a:pos x="572" y="100"/>
                </a:cxn>
                <a:cxn ang="0">
                  <a:pos x="551" y="69"/>
                </a:cxn>
                <a:cxn ang="0">
                  <a:pos x="528" y="44"/>
                </a:cxn>
                <a:cxn ang="0">
                  <a:pos x="503" y="25"/>
                </a:cxn>
                <a:cxn ang="0">
                  <a:pos x="470" y="7"/>
                </a:cxn>
                <a:cxn ang="0">
                  <a:pos x="434" y="0"/>
                </a:cxn>
                <a:cxn ang="0">
                  <a:pos x="397" y="7"/>
                </a:cxn>
                <a:cxn ang="0">
                  <a:pos x="361" y="16"/>
                </a:cxn>
                <a:cxn ang="0">
                  <a:pos x="327" y="35"/>
                </a:cxn>
                <a:cxn ang="0">
                  <a:pos x="295" y="63"/>
                </a:cxn>
                <a:cxn ang="0">
                  <a:pos x="265" y="94"/>
                </a:cxn>
                <a:cxn ang="0">
                  <a:pos x="235" y="132"/>
                </a:cxn>
                <a:cxn ang="0">
                  <a:pos x="204" y="175"/>
                </a:cxn>
                <a:cxn ang="0">
                  <a:pos x="175" y="41"/>
                </a:cxn>
                <a:cxn ang="0">
                  <a:pos x="87" y="50"/>
                </a:cxn>
                <a:cxn ang="0">
                  <a:pos x="9" y="85"/>
                </a:cxn>
                <a:cxn ang="0">
                  <a:pos x="8" y="388"/>
                </a:cxn>
                <a:cxn ang="0">
                  <a:pos x="14" y="665"/>
                </a:cxn>
                <a:cxn ang="0">
                  <a:pos x="17" y="943"/>
                </a:cxn>
                <a:cxn ang="0">
                  <a:pos x="18" y="1386"/>
                </a:cxn>
                <a:cxn ang="0">
                  <a:pos x="14" y="1880"/>
                </a:cxn>
                <a:cxn ang="0">
                  <a:pos x="98" y="1895"/>
                </a:cxn>
                <a:cxn ang="0">
                  <a:pos x="184" y="1867"/>
                </a:cxn>
                <a:cxn ang="0">
                  <a:pos x="179" y="1627"/>
                </a:cxn>
                <a:cxn ang="0">
                  <a:pos x="175" y="1383"/>
                </a:cxn>
                <a:cxn ang="0">
                  <a:pos x="172" y="1140"/>
                </a:cxn>
                <a:cxn ang="0">
                  <a:pos x="172" y="506"/>
                </a:cxn>
                <a:cxn ang="0">
                  <a:pos x="218" y="428"/>
                </a:cxn>
                <a:cxn ang="0">
                  <a:pos x="263" y="366"/>
                </a:cxn>
                <a:cxn ang="0">
                  <a:pos x="288" y="341"/>
                </a:cxn>
                <a:cxn ang="0">
                  <a:pos x="313" y="322"/>
                </a:cxn>
                <a:cxn ang="0">
                  <a:pos x="334" y="313"/>
                </a:cxn>
                <a:cxn ang="0">
                  <a:pos x="354" y="306"/>
                </a:cxn>
                <a:cxn ang="0">
                  <a:pos x="388" y="310"/>
                </a:cxn>
                <a:cxn ang="0">
                  <a:pos x="404" y="316"/>
                </a:cxn>
                <a:cxn ang="0">
                  <a:pos x="420" y="325"/>
                </a:cxn>
                <a:cxn ang="0">
                  <a:pos x="434" y="341"/>
                </a:cxn>
                <a:cxn ang="0">
                  <a:pos x="452" y="369"/>
                </a:cxn>
                <a:cxn ang="0">
                  <a:pos x="462" y="391"/>
                </a:cxn>
                <a:cxn ang="0">
                  <a:pos x="475" y="434"/>
                </a:cxn>
                <a:cxn ang="0">
                  <a:pos x="487" y="497"/>
                </a:cxn>
                <a:cxn ang="0">
                  <a:pos x="497" y="569"/>
                </a:cxn>
                <a:cxn ang="0">
                  <a:pos x="503" y="644"/>
                </a:cxn>
                <a:cxn ang="0">
                  <a:pos x="506" y="722"/>
                </a:cxn>
                <a:cxn ang="0">
                  <a:pos x="507" y="881"/>
                </a:cxn>
                <a:cxn ang="0">
                  <a:pos x="507" y="1021"/>
                </a:cxn>
                <a:cxn ang="0">
                  <a:pos x="506" y="1880"/>
                </a:cxn>
                <a:cxn ang="0">
                  <a:pos x="588" y="1895"/>
                </a:cxn>
                <a:cxn ang="0">
                  <a:pos x="670" y="1867"/>
                </a:cxn>
              </a:cxnLst>
              <a:rect l="0" t="0" r="r" b="b"/>
              <a:pathLst>
                <a:path w="670" h="1905">
                  <a:moveTo>
                    <a:pt x="670" y="1867"/>
                  </a:moveTo>
                  <a:lnTo>
                    <a:pt x="667" y="1780"/>
                  </a:lnTo>
                  <a:lnTo>
                    <a:pt x="665" y="1689"/>
                  </a:lnTo>
                  <a:lnTo>
                    <a:pt x="664" y="1602"/>
                  </a:lnTo>
                  <a:lnTo>
                    <a:pt x="662" y="1511"/>
                  </a:lnTo>
                  <a:lnTo>
                    <a:pt x="661" y="1333"/>
                  </a:lnTo>
                  <a:lnTo>
                    <a:pt x="661" y="1155"/>
                  </a:lnTo>
                  <a:lnTo>
                    <a:pt x="661" y="737"/>
                  </a:lnTo>
                  <a:lnTo>
                    <a:pt x="660" y="644"/>
                  </a:lnTo>
                  <a:lnTo>
                    <a:pt x="658" y="544"/>
                  </a:lnTo>
                  <a:lnTo>
                    <a:pt x="656" y="494"/>
                  </a:lnTo>
                  <a:lnTo>
                    <a:pt x="653" y="447"/>
                  </a:lnTo>
                  <a:lnTo>
                    <a:pt x="651" y="400"/>
                  </a:lnTo>
                  <a:lnTo>
                    <a:pt x="646" y="356"/>
                  </a:lnTo>
                  <a:lnTo>
                    <a:pt x="639" y="313"/>
                  </a:lnTo>
                  <a:lnTo>
                    <a:pt x="633" y="272"/>
                  </a:lnTo>
                  <a:lnTo>
                    <a:pt x="624" y="235"/>
                  </a:lnTo>
                  <a:lnTo>
                    <a:pt x="620" y="216"/>
                  </a:lnTo>
                  <a:lnTo>
                    <a:pt x="615" y="200"/>
                  </a:lnTo>
                  <a:lnTo>
                    <a:pt x="610" y="185"/>
                  </a:lnTo>
                  <a:lnTo>
                    <a:pt x="605" y="169"/>
                  </a:lnTo>
                  <a:lnTo>
                    <a:pt x="592" y="141"/>
                  </a:lnTo>
                  <a:lnTo>
                    <a:pt x="579" y="113"/>
                  </a:lnTo>
                  <a:lnTo>
                    <a:pt x="572" y="100"/>
                  </a:lnTo>
                  <a:lnTo>
                    <a:pt x="566" y="91"/>
                  </a:lnTo>
                  <a:lnTo>
                    <a:pt x="551" y="69"/>
                  </a:lnTo>
                  <a:lnTo>
                    <a:pt x="535" y="50"/>
                  </a:lnTo>
                  <a:lnTo>
                    <a:pt x="528" y="44"/>
                  </a:lnTo>
                  <a:lnTo>
                    <a:pt x="520" y="38"/>
                  </a:lnTo>
                  <a:lnTo>
                    <a:pt x="503" y="25"/>
                  </a:lnTo>
                  <a:lnTo>
                    <a:pt x="487" y="13"/>
                  </a:lnTo>
                  <a:lnTo>
                    <a:pt x="470" y="7"/>
                  </a:lnTo>
                  <a:lnTo>
                    <a:pt x="452" y="4"/>
                  </a:lnTo>
                  <a:lnTo>
                    <a:pt x="434" y="0"/>
                  </a:lnTo>
                  <a:lnTo>
                    <a:pt x="415" y="4"/>
                  </a:lnTo>
                  <a:lnTo>
                    <a:pt x="397" y="7"/>
                  </a:lnTo>
                  <a:lnTo>
                    <a:pt x="379" y="10"/>
                  </a:lnTo>
                  <a:lnTo>
                    <a:pt x="361" y="16"/>
                  </a:lnTo>
                  <a:lnTo>
                    <a:pt x="344" y="25"/>
                  </a:lnTo>
                  <a:lnTo>
                    <a:pt x="327" y="35"/>
                  </a:lnTo>
                  <a:lnTo>
                    <a:pt x="312" y="47"/>
                  </a:lnTo>
                  <a:lnTo>
                    <a:pt x="295" y="63"/>
                  </a:lnTo>
                  <a:lnTo>
                    <a:pt x="280" y="79"/>
                  </a:lnTo>
                  <a:lnTo>
                    <a:pt x="265" y="94"/>
                  </a:lnTo>
                  <a:lnTo>
                    <a:pt x="249" y="113"/>
                  </a:lnTo>
                  <a:lnTo>
                    <a:pt x="235" y="132"/>
                  </a:lnTo>
                  <a:lnTo>
                    <a:pt x="220" y="153"/>
                  </a:lnTo>
                  <a:lnTo>
                    <a:pt x="204" y="175"/>
                  </a:lnTo>
                  <a:lnTo>
                    <a:pt x="173" y="222"/>
                  </a:lnTo>
                  <a:lnTo>
                    <a:pt x="175" y="41"/>
                  </a:lnTo>
                  <a:lnTo>
                    <a:pt x="164" y="13"/>
                  </a:lnTo>
                  <a:lnTo>
                    <a:pt x="87" y="50"/>
                  </a:lnTo>
                  <a:lnTo>
                    <a:pt x="48" y="66"/>
                  </a:lnTo>
                  <a:lnTo>
                    <a:pt x="9" y="85"/>
                  </a:lnTo>
                  <a:lnTo>
                    <a:pt x="0" y="110"/>
                  </a:lnTo>
                  <a:lnTo>
                    <a:pt x="8" y="388"/>
                  </a:lnTo>
                  <a:lnTo>
                    <a:pt x="12" y="525"/>
                  </a:lnTo>
                  <a:lnTo>
                    <a:pt x="14" y="665"/>
                  </a:lnTo>
                  <a:lnTo>
                    <a:pt x="16" y="806"/>
                  </a:lnTo>
                  <a:lnTo>
                    <a:pt x="17" y="943"/>
                  </a:lnTo>
                  <a:lnTo>
                    <a:pt x="18" y="1221"/>
                  </a:lnTo>
                  <a:lnTo>
                    <a:pt x="18" y="1386"/>
                  </a:lnTo>
                  <a:lnTo>
                    <a:pt x="17" y="1552"/>
                  </a:lnTo>
                  <a:lnTo>
                    <a:pt x="14" y="1880"/>
                  </a:lnTo>
                  <a:lnTo>
                    <a:pt x="21" y="1905"/>
                  </a:lnTo>
                  <a:lnTo>
                    <a:pt x="98" y="1895"/>
                  </a:lnTo>
                  <a:lnTo>
                    <a:pt x="175" y="1889"/>
                  </a:lnTo>
                  <a:lnTo>
                    <a:pt x="184" y="1867"/>
                  </a:lnTo>
                  <a:lnTo>
                    <a:pt x="181" y="1745"/>
                  </a:lnTo>
                  <a:lnTo>
                    <a:pt x="179" y="1627"/>
                  </a:lnTo>
                  <a:lnTo>
                    <a:pt x="176" y="1505"/>
                  </a:lnTo>
                  <a:lnTo>
                    <a:pt x="175" y="1383"/>
                  </a:lnTo>
                  <a:lnTo>
                    <a:pt x="173" y="1262"/>
                  </a:lnTo>
                  <a:lnTo>
                    <a:pt x="172" y="1140"/>
                  </a:lnTo>
                  <a:lnTo>
                    <a:pt x="172" y="896"/>
                  </a:lnTo>
                  <a:lnTo>
                    <a:pt x="172" y="506"/>
                  </a:lnTo>
                  <a:lnTo>
                    <a:pt x="195" y="466"/>
                  </a:lnTo>
                  <a:lnTo>
                    <a:pt x="218" y="428"/>
                  </a:lnTo>
                  <a:lnTo>
                    <a:pt x="240" y="394"/>
                  </a:lnTo>
                  <a:lnTo>
                    <a:pt x="263" y="366"/>
                  </a:lnTo>
                  <a:lnTo>
                    <a:pt x="276" y="350"/>
                  </a:lnTo>
                  <a:lnTo>
                    <a:pt x="288" y="341"/>
                  </a:lnTo>
                  <a:lnTo>
                    <a:pt x="300" y="328"/>
                  </a:lnTo>
                  <a:lnTo>
                    <a:pt x="313" y="322"/>
                  </a:lnTo>
                  <a:lnTo>
                    <a:pt x="326" y="316"/>
                  </a:lnTo>
                  <a:lnTo>
                    <a:pt x="334" y="313"/>
                  </a:lnTo>
                  <a:lnTo>
                    <a:pt x="340" y="310"/>
                  </a:lnTo>
                  <a:lnTo>
                    <a:pt x="354" y="306"/>
                  </a:lnTo>
                  <a:lnTo>
                    <a:pt x="368" y="306"/>
                  </a:lnTo>
                  <a:lnTo>
                    <a:pt x="388" y="310"/>
                  </a:lnTo>
                  <a:lnTo>
                    <a:pt x="395" y="313"/>
                  </a:lnTo>
                  <a:lnTo>
                    <a:pt x="404" y="316"/>
                  </a:lnTo>
                  <a:lnTo>
                    <a:pt x="412" y="319"/>
                  </a:lnTo>
                  <a:lnTo>
                    <a:pt x="420" y="325"/>
                  </a:lnTo>
                  <a:lnTo>
                    <a:pt x="426" y="331"/>
                  </a:lnTo>
                  <a:lnTo>
                    <a:pt x="434" y="341"/>
                  </a:lnTo>
                  <a:lnTo>
                    <a:pt x="445" y="359"/>
                  </a:lnTo>
                  <a:lnTo>
                    <a:pt x="452" y="369"/>
                  </a:lnTo>
                  <a:lnTo>
                    <a:pt x="457" y="378"/>
                  </a:lnTo>
                  <a:lnTo>
                    <a:pt x="462" y="391"/>
                  </a:lnTo>
                  <a:lnTo>
                    <a:pt x="466" y="406"/>
                  </a:lnTo>
                  <a:lnTo>
                    <a:pt x="475" y="434"/>
                  </a:lnTo>
                  <a:lnTo>
                    <a:pt x="481" y="466"/>
                  </a:lnTo>
                  <a:lnTo>
                    <a:pt x="487" y="497"/>
                  </a:lnTo>
                  <a:lnTo>
                    <a:pt x="493" y="531"/>
                  </a:lnTo>
                  <a:lnTo>
                    <a:pt x="497" y="569"/>
                  </a:lnTo>
                  <a:lnTo>
                    <a:pt x="501" y="603"/>
                  </a:lnTo>
                  <a:lnTo>
                    <a:pt x="503" y="644"/>
                  </a:lnTo>
                  <a:lnTo>
                    <a:pt x="504" y="681"/>
                  </a:lnTo>
                  <a:lnTo>
                    <a:pt x="506" y="722"/>
                  </a:lnTo>
                  <a:lnTo>
                    <a:pt x="507" y="803"/>
                  </a:lnTo>
                  <a:lnTo>
                    <a:pt x="507" y="881"/>
                  </a:lnTo>
                  <a:lnTo>
                    <a:pt x="507" y="953"/>
                  </a:lnTo>
                  <a:lnTo>
                    <a:pt x="507" y="1021"/>
                  </a:lnTo>
                  <a:lnTo>
                    <a:pt x="507" y="1452"/>
                  </a:lnTo>
                  <a:lnTo>
                    <a:pt x="506" y="1880"/>
                  </a:lnTo>
                  <a:lnTo>
                    <a:pt x="513" y="1905"/>
                  </a:lnTo>
                  <a:lnTo>
                    <a:pt x="588" y="1895"/>
                  </a:lnTo>
                  <a:lnTo>
                    <a:pt x="661" y="1889"/>
                  </a:lnTo>
                  <a:lnTo>
                    <a:pt x="670" y="18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6041" name="Freeform 9"/>
            <p:cNvSpPr>
              <a:spLocks noEditPoints="1"/>
            </p:cNvSpPr>
            <p:nvPr/>
          </p:nvSpPr>
          <p:spPr bwMode="auto">
            <a:xfrm>
              <a:off x="3012" y="2035"/>
              <a:ext cx="605" cy="1039"/>
            </a:xfrm>
            <a:custGeom>
              <a:avLst/>
              <a:gdLst/>
              <a:ahLst/>
              <a:cxnLst>
                <a:cxn ang="0">
                  <a:pos x="688" y="2479"/>
                </a:cxn>
                <a:cxn ang="0">
                  <a:pos x="684" y="1433"/>
                </a:cxn>
                <a:cxn ang="0">
                  <a:pos x="692" y="259"/>
                </a:cxn>
                <a:cxn ang="0">
                  <a:pos x="569" y="60"/>
                </a:cxn>
                <a:cxn ang="0">
                  <a:pos x="533" y="481"/>
                </a:cxn>
                <a:cxn ang="0">
                  <a:pos x="537" y="862"/>
                </a:cxn>
                <a:cxn ang="0">
                  <a:pos x="429" y="955"/>
                </a:cxn>
                <a:cxn ang="0">
                  <a:pos x="315" y="984"/>
                </a:cxn>
                <a:cxn ang="0">
                  <a:pos x="239" y="1040"/>
                </a:cxn>
                <a:cxn ang="0">
                  <a:pos x="180" y="1112"/>
                </a:cxn>
                <a:cxn ang="0">
                  <a:pos x="142" y="1177"/>
                </a:cxn>
                <a:cxn ang="0">
                  <a:pos x="98" y="1280"/>
                </a:cxn>
                <a:cxn ang="0">
                  <a:pos x="70" y="1371"/>
                </a:cxn>
                <a:cxn ang="0">
                  <a:pos x="40" y="1502"/>
                </a:cxn>
                <a:cxn ang="0">
                  <a:pos x="18" y="1642"/>
                </a:cxn>
                <a:cxn ang="0">
                  <a:pos x="6" y="1795"/>
                </a:cxn>
                <a:cxn ang="0">
                  <a:pos x="0" y="1958"/>
                </a:cxn>
                <a:cxn ang="0">
                  <a:pos x="9" y="2192"/>
                </a:cxn>
                <a:cxn ang="0">
                  <a:pos x="38" y="2410"/>
                </a:cxn>
                <a:cxn ang="0">
                  <a:pos x="83" y="2601"/>
                </a:cxn>
                <a:cxn ang="0">
                  <a:pos x="129" y="2716"/>
                </a:cxn>
                <a:cxn ang="0">
                  <a:pos x="185" y="2807"/>
                </a:cxn>
                <a:cxn ang="0">
                  <a:pos x="251" y="2863"/>
                </a:cxn>
                <a:cxn ang="0">
                  <a:pos x="328" y="2885"/>
                </a:cxn>
                <a:cxn ang="0">
                  <a:pos x="385" y="2872"/>
                </a:cxn>
                <a:cxn ang="0">
                  <a:pos x="437" y="2838"/>
                </a:cxn>
                <a:cxn ang="0">
                  <a:pos x="509" y="2747"/>
                </a:cxn>
                <a:cxn ang="0">
                  <a:pos x="615" y="2850"/>
                </a:cxn>
                <a:cxn ang="0">
                  <a:pos x="533" y="2048"/>
                </a:cxn>
                <a:cxn ang="0">
                  <a:pos x="494" y="2476"/>
                </a:cxn>
                <a:cxn ang="0">
                  <a:pos x="456" y="2526"/>
                </a:cxn>
                <a:cxn ang="0">
                  <a:pos x="414" y="2557"/>
                </a:cxn>
                <a:cxn ang="0">
                  <a:pos x="369" y="2566"/>
                </a:cxn>
                <a:cxn ang="0">
                  <a:pos x="307" y="2548"/>
                </a:cxn>
                <a:cxn ang="0">
                  <a:pos x="265" y="2507"/>
                </a:cxn>
                <a:cxn ang="0">
                  <a:pos x="230" y="2448"/>
                </a:cxn>
                <a:cxn ang="0">
                  <a:pos x="203" y="2370"/>
                </a:cxn>
                <a:cxn ang="0">
                  <a:pos x="184" y="2276"/>
                </a:cxn>
                <a:cxn ang="0">
                  <a:pos x="165" y="2117"/>
                </a:cxn>
                <a:cxn ang="0">
                  <a:pos x="161" y="1923"/>
                </a:cxn>
                <a:cxn ang="0">
                  <a:pos x="168" y="1764"/>
                </a:cxn>
                <a:cxn ang="0">
                  <a:pos x="185" y="1627"/>
                </a:cxn>
                <a:cxn ang="0">
                  <a:pos x="211" y="1508"/>
                </a:cxn>
                <a:cxn ang="0">
                  <a:pos x="236" y="1433"/>
                </a:cxn>
                <a:cxn ang="0">
                  <a:pos x="279" y="1349"/>
                </a:cxn>
                <a:cxn ang="0">
                  <a:pos x="330" y="1289"/>
                </a:cxn>
                <a:cxn ang="0">
                  <a:pos x="374" y="1261"/>
                </a:cxn>
                <a:cxn ang="0">
                  <a:pos x="441" y="1243"/>
                </a:cxn>
                <a:cxn ang="0">
                  <a:pos x="514" y="1249"/>
                </a:cxn>
                <a:cxn ang="0">
                  <a:pos x="533" y="1923"/>
                </a:cxn>
              </a:cxnLst>
              <a:rect l="0" t="0" r="r" b="b"/>
              <a:pathLst>
                <a:path w="697" h="2885">
                  <a:moveTo>
                    <a:pt x="697" y="2822"/>
                  </a:moveTo>
                  <a:lnTo>
                    <a:pt x="695" y="2707"/>
                  </a:lnTo>
                  <a:lnTo>
                    <a:pt x="691" y="2594"/>
                  </a:lnTo>
                  <a:lnTo>
                    <a:pt x="688" y="2479"/>
                  </a:lnTo>
                  <a:lnTo>
                    <a:pt x="687" y="2363"/>
                  </a:lnTo>
                  <a:lnTo>
                    <a:pt x="684" y="2132"/>
                  </a:lnTo>
                  <a:lnTo>
                    <a:pt x="684" y="1901"/>
                  </a:lnTo>
                  <a:lnTo>
                    <a:pt x="684" y="1433"/>
                  </a:lnTo>
                  <a:lnTo>
                    <a:pt x="686" y="965"/>
                  </a:lnTo>
                  <a:lnTo>
                    <a:pt x="687" y="728"/>
                  </a:lnTo>
                  <a:lnTo>
                    <a:pt x="688" y="493"/>
                  </a:lnTo>
                  <a:lnTo>
                    <a:pt x="692" y="259"/>
                  </a:lnTo>
                  <a:lnTo>
                    <a:pt x="696" y="25"/>
                  </a:lnTo>
                  <a:lnTo>
                    <a:pt x="686" y="0"/>
                  </a:lnTo>
                  <a:lnTo>
                    <a:pt x="609" y="41"/>
                  </a:lnTo>
                  <a:lnTo>
                    <a:pt x="569" y="60"/>
                  </a:lnTo>
                  <a:lnTo>
                    <a:pt x="530" y="75"/>
                  </a:lnTo>
                  <a:lnTo>
                    <a:pt x="523" y="100"/>
                  </a:lnTo>
                  <a:lnTo>
                    <a:pt x="528" y="291"/>
                  </a:lnTo>
                  <a:lnTo>
                    <a:pt x="533" y="481"/>
                  </a:lnTo>
                  <a:lnTo>
                    <a:pt x="534" y="575"/>
                  </a:lnTo>
                  <a:lnTo>
                    <a:pt x="535" y="671"/>
                  </a:lnTo>
                  <a:lnTo>
                    <a:pt x="535" y="765"/>
                  </a:lnTo>
                  <a:lnTo>
                    <a:pt x="537" y="862"/>
                  </a:lnTo>
                  <a:lnTo>
                    <a:pt x="537" y="962"/>
                  </a:lnTo>
                  <a:lnTo>
                    <a:pt x="493" y="955"/>
                  </a:lnTo>
                  <a:lnTo>
                    <a:pt x="451" y="952"/>
                  </a:lnTo>
                  <a:lnTo>
                    <a:pt x="429" y="955"/>
                  </a:lnTo>
                  <a:lnTo>
                    <a:pt x="406" y="955"/>
                  </a:lnTo>
                  <a:lnTo>
                    <a:pt x="360" y="965"/>
                  </a:lnTo>
                  <a:lnTo>
                    <a:pt x="337" y="974"/>
                  </a:lnTo>
                  <a:lnTo>
                    <a:pt x="315" y="984"/>
                  </a:lnTo>
                  <a:lnTo>
                    <a:pt x="293" y="996"/>
                  </a:lnTo>
                  <a:lnTo>
                    <a:pt x="271" y="1012"/>
                  </a:lnTo>
                  <a:lnTo>
                    <a:pt x="254" y="1024"/>
                  </a:lnTo>
                  <a:lnTo>
                    <a:pt x="239" y="1040"/>
                  </a:lnTo>
                  <a:lnTo>
                    <a:pt x="224" y="1055"/>
                  </a:lnTo>
                  <a:lnTo>
                    <a:pt x="208" y="1071"/>
                  </a:lnTo>
                  <a:lnTo>
                    <a:pt x="194" y="1090"/>
                  </a:lnTo>
                  <a:lnTo>
                    <a:pt x="180" y="1112"/>
                  </a:lnTo>
                  <a:lnTo>
                    <a:pt x="174" y="1121"/>
                  </a:lnTo>
                  <a:lnTo>
                    <a:pt x="167" y="1130"/>
                  </a:lnTo>
                  <a:lnTo>
                    <a:pt x="154" y="1152"/>
                  </a:lnTo>
                  <a:lnTo>
                    <a:pt x="142" y="1177"/>
                  </a:lnTo>
                  <a:lnTo>
                    <a:pt x="130" y="1199"/>
                  </a:lnTo>
                  <a:lnTo>
                    <a:pt x="118" y="1224"/>
                  </a:lnTo>
                  <a:lnTo>
                    <a:pt x="108" y="1252"/>
                  </a:lnTo>
                  <a:lnTo>
                    <a:pt x="98" y="1280"/>
                  </a:lnTo>
                  <a:lnTo>
                    <a:pt x="88" y="1308"/>
                  </a:lnTo>
                  <a:lnTo>
                    <a:pt x="79" y="1339"/>
                  </a:lnTo>
                  <a:lnTo>
                    <a:pt x="74" y="1355"/>
                  </a:lnTo>
                  <a:lnTo>
                    <a:pt x="70" y="1371"/>
                  </a:lnTo>
                  <a:lnTo>
                    <a:pt x="62" y="1402"/>
                  </a:lnTo>
                  <a:lnTo>
                    <a:pt x="54" y="1433"/>
                  </a:lnTo>
                  <a:lnTo>
                    <a:pt x="47" y="1467"/>
                  </a:lnTo>
                  <a:lnTo>
                    <a:pt x="40" y="1502"/>
                  </a:lnTo>
                  <a:lnTo>
                    <a:pt x="34" y="1536"/>
                  </a:lnTo>
                  <a:lnTo>
                    <a:pt x="27" y="1570"/>
                  </a:lnTo>
                  <a:lnTo>
                    <a:pt x="22" y="1608"/>
                  </a:lnTo>
                  <a:lnTo>
                    <a:pt x="18" y="1642"/>
                  </a:lnTo>
                  <a:lnTo>
                    <a:pt x="15" y="1680"/>
                  </a:lnTo>
                  <a:lnTo>
                    <a:pt x="11" y="1717"/>
                  </a:lnTo>
                  <a:lnTo>
                    <a:pt x="8" y="1755"/>
                  </a:lnTo>
                  <a:lnTo>
                    <a:pt x="6" y="1795"/>
                  </a:lnTo>
                  <a:lnTo>
                    <a:pt x="3" y="1833"/>
                  </a:lnTo>
                  <a:lnTo>
                    <a:pt x="2" y="1873"/>
                  </a:lnTo>
                  <a:lnTo>
                    <a:pt x="2" y="1914"/>
                  </a:lnTo>
                  <a:lnTo>
                    <a:pt x="0" y="1958"/>
                  </a:lnTo>
                  <a:lnTo>
                    <a:pt x="2" y="2017"/>
                  </a:lnTo>
                  <a:lnTo>
                    <a:pt x="3" y="2076"/>
                  </a:lnTo>
                  <a:lnTo>
                    <a:pt x="6" y="2135"/>
                  </a:lnTo>
                  <a:lnTo>
                    <a:pt x="9" y="2192"/>
                  </a:lnTo>
                  <a:lnTo>
                    <a:pt x="15" y="2248"/>
                  </a:lnTo>
                  <a:lnTo>
                    <a:pt x="21" y="2304"/>
                  </a:lnTo>
                  <a:lnTo>
                    <a:pt x="29" y="2357"/>
                  </a:lnTo>
                  <a:lnTo>
                    <a:pt x="38" y="2410"/>
                  </a:lnTo>
                  <a:lnTo>
                    <a:pt x="47" y="2463"/>
                  </a:lnTo>
                  <a:lnTo>
                    <a:pt x="57" y="2510"/>
                  </a:lnTo>
                  <a:lnTo>
                    <a:pt x="70" y="2557"/>
                  </a:lnTo>
                  <a:lnTo>
                    <a:pt x="83" y="2601"/>
                  </a:lnTo>
                  <a:lnTo>
                    <a:pt x="97" y="2641"/>
                  </a:lnTo>
                  <a:lnTo>
                    <a:pt x="104" y="2663"/>
                  </a:lnTo>
                  <a:lnTo>
                    <a:pt x="112" y="2682"/>
                  </a:lnTo>
                  <a:lnTo>
                    <a:pt x="129" y="2716"/>
                  </a:lnTo>
                  <a:lnTo>
                    <a:pt x="145" y="2750"/>
                  </a:lnTo>
                  <a:lnTo>
                    <a:pt x="156" y="2766"/>
                  </a:lnTo>
                  <a:lnTo>
                    <a:pt x="165" y="2782"/>
                  </a:lnTo>
                  <a:lnTo>
                    <a:pt x="185" y="2807"/>
                  </a:lnTo>
                  <a:lnTo>
                    <a:pt x="206" y="2828"/>
                  </a:lnTo>
                  <a:lnTo>
                    <a:pt x="216" y="2841"/>
                  </a:lnTo>
                  <a:lnTo>
                    <a:pt x="228" y="2847"/>
                  </a:lnTo>
                  <a:lnTo>
                    <a:pt x="251" y="2863"/>
                  </a:lnTo>
                  <a:lnTo>
                    <a:pt x="275" y="2875"/>
                  </a:lnTo>
                  <a:lnTo>
                    <a:pt x="288" y="2878"/>
                  </a:lnTo>
                  <a:lnTo>
                    <a:pt x="301" y="2882"/>
                  </a:lnTo>
                  <a:lnTo>
                    <a:pt x="328" y="2885"/>
                  </a:lnTo>
                  <a:lnTo>
                    <a:pt x="343" y="2882"/>
                  </a:lnTo>
                  <a:lnTo>
                    <a:pt x="358" y="2882"/>
                  </a:lnTo>
                  <a:lnTo>
                    <a:pt x="372" y="2878"/>
                  </a:lnTo>
                  <a:lnTo>
                    <a:pt x="385" y="2872"/>
                  </a:lnTo>
                  <a:lnTo>
                    <a:pt x="399" y="2866"/>
                  </a:lnTo>
                  <a:lnTo>
                    <a:pt x="412" y="2860"/>
                  </a:lnTo>
                  <a:lnTo>
                    <a:pt x="425" y="2850"/>
                  </a:lnTo>
                  <a:lnTo>
                    <a:pt x="437" y="2838"/>
                  </a:lnTo>
                  <a:lnTo>
                    <a:pt x="461" y="2813"/>
                  </a:lnTo>
                  <a:lnTo>
                    <a:pt x="484" y="2782"/>
                  </a:lnTo>
                  <a:lnTo>
                    <a:pt x="497" y="2766"/>
                  </a:lnTo>
                  <a:lnTo>
                    <a:pt x="509" y="2747"/>
                  </a:lnTo>
                  <a:lnTo>
                    <a:pt x="532" y="2707"/>
                  </a:lnTo>
                  <a:lnTo>
                    <a:pt x="529" y="2835"/>
                  </a:lnTo>
                  <a:lnTo>
                    <a:pt x="539" y="2860"/>
                  </a:lnTo>
                  <a:lnTo>
                    <a:pt x="615" y="2850"/>
                  </a:lnTo>
                  <a:lnTo>
                    <a:pt x="691" y="2844"/>
                  </a:lnTo>
                  <a:lnTo>
                    <a:pt x="697" y="2822"/>
                  </a:lnTo>
                  <a:close/>
                  <a:moveTo>
                    <a:pt x="533" y="1923"/>
                  </a:moveTo>
                  <a:lnTo>
                    <a:pt x="533" y="2048"/>
                  </a:lnTo>
                  <a:lnTo>
                    <a:pt x="533" y="2167"/>
                  </a:lnTo>
                  <a:lnTo>
                    <a:pt x="530" y="2410"/>
                  </a:lnTo>
                  <a:lnTo>
                    <a:pt x="512" y="2445"/>
                  </a:lnTo>
                  <a:lnTo>
                    <a:pt x="494" y="2476"/>
                  </a:lnTo>
                  <a:lnTo>
                    <a:pt x="485" y="2488"/>
                  </a:lnTo>
                  <a:lnTo>
                    <a:pt x="475" y="2501"/>
                  </a:lnTo>
                  <a:lnTo>
                    <a:pt x="466" y="2513"/>
                  </a:lnTo>
                  <a:lnTo>
                    <a:pt x="456" y="2526"/>
                  </a:lnTo>
                  <a:lnTo>
                    <a:pt x="446" y="2535"/>
                  </a:lnTo>
                  <a:lnTo>
                    <a:pt x="435" y="2541"/>
                  </a:lnTo>
                  <a:lnTo>
                    <a:pt x="425" y="2551"/>
                  </a:lnTo>
                  <a:lnTo>
                    <a:pt x="414" y="2557"/>
                  </a:lnTo>
                  <a:lnTo>
                    <a:pt x="403" y="2560"/>
                  </a:lnTo>
                  <a:lnTo>
                    <a:pt x="392" y="2563"/>
                  </a:lnTo>
                  <a:lnTo>
                    <a:pt x="380" y="2566"/>
                  </a:lnTo>
                  <a:lnTo>
                    <a:pt x="369" y="2566"/>
                  </a:lnTo>
                  <a:lnTo>
                    <a:pt x="343" y="2563"/>
                  </a:lnTo>
                  <a:lnTo>
                    <a:pt x="330" y="2557"/>
                  </a:lnTo>
                  <a:lnTo>
                    <a:pt x="319" y="2554"/>
                  </a:lnTo>
                  <a:lnTo>
                    <a:pt x="307" y="2548"/>
                  </a:lnTo>
                  <a:lnTo>
                    <a:pt x="296" y="2538"/>
                  </a:lnTo>
                  <a:lnTo>
                    <a:pt x="285" y="2529"/>
                  </a:lnTo>
                  <a:lnTo>
                    <a:pt x="275" y="2519"/>
                  </a:lnTo>
                  <a:lnTo>
                    <a:pt x="265" y="2507"/>
                  </a:lnTo>
                  <a:lnTo>
                    <a:pt x="256" y="2494"/>
                  </a:lnTo>
                  <a:lnTo>
                    <a:pt x="247" y="2479"/>
                  </a:lnTo>
                  <a:lnTo>
                    <a:pt x="238" y="2463"/>
                  </a:lnTo>
                  <a:lnTo>
                    <a:pt x="230" y="2448"/>
                  </a:lnTo>
                  <a:lnTo>
                    <a:pt x="224" y="2429"/>
                  </a:lnTo>
                  <a:lnTo>
                    <a:pt x="216" y="2410"/>
                  </a:lnTo>
                  <a:lnTo>
                    <a:pt x="210" y="2388"/>
                  </a:lnTo>
                  <a:lnTo>
                    <a:pt x="203" y="2370"/>
                  </a:lnTo>
                  <a:lnTo>
                    <a:pt x="198" y="2345"/>
                  </a:lnTo>
                  <a:lnTo>
                    <a:pt x="193" y="2323"/>
                  </a:lnTo>
                  <a:lnTo>
                    <a:pt x="188" y="2301"/>
                  </a:lnTo>
                  <a:lnTo>
                    <a:pt x="184" y="2276"/>
                  </a:lnTo>
                  <a:lnTo>
                    <a:pt x="180" y="2251"/>
                  </a:lnTo>
                  <a:lnTo>
                    <a:pt x="172" y="2198"/>
                  </a:lnTo>
                  <a:lnTo>
                    <a:pt x="167" y="2145"/>
                  </a:lnTo>
                  <a:lnTo>
                    <a:pt x="165" y="2117"/>
                  </a:lnTo>
                  <a:lnTo>
                    <a:pt x="163" y="2089"/>
                  </a:lnTo>
                  <a:lnTo>
                    <a:pt x="161" y="2029"/>
                  </a:lnTo>
                  <a:lnTo>
                    <a:pt x="161" y="1967"/>
                  </a:lnTo>
                  <a:lnTo>
                    <a:pt x="161" y="1923"/>
                  </a:lnTo>
                  <a:lnTo>
                    <a:pt x="162" y="1883"/>
                  </a:lnTo>
                  <a:lnTo>
                    <a:pt x="163" y="1842"/>
                  </a:lnTo>
                  <a:lnTo>
                    <a:pt x="166" y="1805"/>
                  </a:lnTo>
                  <a:lnTo>
                    <a:pt x="168" y="1764"/>
                  </a:lnTo>
                  <a:lnTo>
                    <a:pt x="171" y="1730"/>
                  </a:lnTo>
                  <a:lnTo>
                    <a:pt x="175" y="1692"/>
                  </a:lnTo>
                  <a:lnTo>
                    <a:pt x="180" y="1658"/>
                  </a:lnTo>
                  <a:lnTo>
                    <a:pt x="185" y="1627"/>
                  </a:lnTo>
                  <a:lnTo>
                    <a:pt x="190" y="1595"/>
                  </a:lnTo>
                  <a:lnTo>
                    <a:pt x="197" y="1564"/>
                  </a:lnTo>
                  <a:lnTo>
                    <a:pt x="203" y="1536"/>
                  </a:lnTo>
                  <a:lnTo>
                    <a:pt x="211" y="1508"/>
                  </a:lnTo>
                  <a:lnTo>
                    <a:pt x="219" y="1480"/>
                  </a:lnTo>
                  <a:lnTo>
                    <a:pt x="222" y="1467"/>
                  </a:lnTo>
                  <a:lnTo>
                    <a:pt x="228" y="1455"/>
                  </a:lnTo>
                  <a:lnTo>
                    <a:pt x="236" y="1433"/>
                  </a:lnTo>
                  <a:lnTo>
                    <a:pt x="245" y="1408"/>
                  </a:lnTo>
                  <a:lnTo>
                    <a:pt x="256" y="1386"/>
                  </a:lnTo>
                  <a:lnTo>
                    <a:pt x="267" y="1368"/>
                  </a:lnTo>
                  <a:lnTo>
                    <a:pt x="279" y="1349"/>
                  </a:lnTo>
                  <a:lnTo>
                    <a:pt x="290" y="1333"/>
                  </a:lnTo>
                  <a:lnTo>
                    <a:pt x="303" y="1318"/>
                  </a:lnTo>
                  <a:lnTo>
                    <a:pt x="316" y="1302"/>
                  </a:lnTo>
                  <a:lnTo>
                    <a:pt x="330" y="1289"/>
                  </a:lnTo>
                  <a:lnTo>
                    <a:pt x="344" y="1280"/>
                  </a:lnTo>
                  <a:lnTo>
                    <a:pt x="351" y="1274"/>
                  </a:lnTo>
                  <a:lnTo>
                    <a:pt x="358" y="1271"/>
                  </a:lnTo>
                  <a:lnTo>
                    <a:pt x="374" y="1261"/>
                  </a:lnTo>
                  <a:lnTo>
                    <a:pt x="389" y="1255"/>
                  </a:lnTo>
                  <a:lnTo>
                    <a:pt x="406" y="1249"/>
                  </a:lnTo>
                  <a:lnTo>
                    <a:pt x="423" y="1246"/>
                  </a:lnTo>
                  <a:lnTo>
                    <a:pt x="441" y="1243"/>
                  </a:lnTo>
                  <a:lnTo>
                    <a:pt x="458" y="1243"/>
                  </a:lnTo>
                  <a:lnTo>
                    <a:pt x="476" y="1243"/>
                  </a:lnTo>
                  <a:lnTo>
                    <a:pt x="496" y="1246"/>
                  </a:lnTo>
                  <a:lnTo>
                    <a:pt x="514" y="1249"/>
                  </a:lnTo>
                  <a:lnTo>
                    <a:pt x="532" y="1252"/>
                  </a:lnTo>
                  <a:lnTo>
                    <a:pt x="533" y="1483"/>
                  </a:lnTo>
                  <a:lnTo>
                    <a:pt x="533" y="1714"/>
                  </a:lnTo>
                  <a:lnTo>
                    <a:pt x="533" y="192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6042" name="Freeform 10"/>
            <p:cNvSpPr>
              <a:spLocks noEditPoints="1"/>
            </p:cNvSpPr>
            <p:nvPr/>
          </p:nvSpPr>
          <p:spPr bwMode="auto">
            <a:xfrm>
              <a:off x="3727" y="2359"/>
              <a:ext cx="528" cy="700"/>
            </a:xfrm>
            <a:custGeom>
              <a:avLst/>
              <a:gdLst/>
              <a:ahLst/>
              <a:cxnLst>
                <a:cxn ang="0">
                  <a:pos x="608" y="1611"/>
                </a:cxn>
                <a:cxn ang="0">
                  <a:pos x="605" y="578"/>
                </a:cxn>
                <a:cxn ang="0">
                  <a:pos x="600" y="437"/>
                </a:cxn>
                <a:cxn ang="0">
                  <a:pos x="587" y="315"/>
                </a:cxn>
                <a:cxn ang="0">
                  <a:pos x="566" y="216"/>
                </a:cxn>
                <a:cxn ang="0">
                  <a:pos x="536" y="137"/>
                </a:cxn>
                <a:cxn ang="0">
                  <a:pos x="499" y="75"/>
                </a:cxn>
                <a:cxn ang="0">
                  <a:pos x="444" y="25"/>
                </a:cxn>
                <a:cxn ang="0">
                  <a:pos x="392" y="3"/>
                </a:cxn>
                <a:cxn ang="0">
                  <a:pos x="323" y="3"/>
                </a:cxn>
                <a:cxn ang="0">
                  <a:pos x="213" y="38"/>
                </a:cxn>
                <a:cxn ang="0">
                  <a:pos x="127" y="94"/>
                </a:cxn>
                <a:cxn ang="0">
                  <a:pos x="88" y="141"/>
                </a:cxn>
                <a:cxn ang="0">
                  <a:pos x="95" y="418"/>
                </a:cxn>
                <a:cxn ang="0">
                  <a:pos x="191" y="328"/>
                </a:cxn>
                <a:cxn ang="0">
                  <a:pos x="244" y="297"/>
                </a:cxn>
                <a:cxn ang="0">
                  <a:pos x="303" y="281"/>
                </a:cxn>
                <a:cxn ang="0">
                  <a:pos x="351" y="287"/>
                </a:cxn>
                <a:cxn ang="0">
                  <a:pos x="404" y="325"/>
                </a:cxn>
                <a:cxn ang="0">
                  <a:pos x="426" y="372"/>
                </a:cxn>
                <a:cxn ang="0">
                  <a:pos x="446" y="462"/>
                </a:cxn>
                <a:cxn ang="0">
                  <a:pos x="453" y="606"/>
                </a:cxn>
                <a:cxn ang="0">
                  <a:pos x="317" y="684"/>
                </a:cxn>
                <a:cxn ang="0">
                  <a:pos x="218" y="737"/>
                </a:cxn>
                <a:cxn ang="0">
                  <a:pos x="145" y="805"/>
                </a:cxn>
                <a:cxn ang="0">
                  <a:pos x="82" y="899"/>
                </a:cxn>
                <a:cxn ang="0">
                  <a:pos x="47" y="980"/>
                </a:cxn>
                <a:cxn ang="0">
                  <a:pos x="22" y="1080"/>
                </a:cxn>
                <a:cxn ang="0">
                  <a:pos x="6" y="1202"/>
                </a:cxn>
                <a:cxn ang="0">
                  <a:pos x="0" y="1346"/>
                </a:cxn>
                <a:cxn ang="0">
                  <a:pos x="5" y="1477"/>
                </a:cxn>
                <a:cxn ang="0">
                  <a:pos x="19" y="1592"/>
                </a:cxn>
                <a:cxn ang="0">
                  <a:pos x="41" y="1692"/>
                </a:cxn>
                <a:cxn ang="0">
                  <a:pos x="72" y="1779"/>
                </a:cxn>
                <a:cxn ang="0">
                  <a:pos x="109" y="1851"/>
                </a:cxn>
                <a:cxn ang="0">
                  <a:pos x="151" y="1901"/>
                </a:cxn>
                <a:cxn ang="0">
                  <a:pos x="199" y="1932"/>
                </a:cxn>
                <a:cxn ang="0">
                  <a:pos x="253" y="1945"/>
                </a:cxn>
                <a:cxn ang="0">
                  <a:pos x="308" y="1932"/>
                </a:cxn>
                <a:cxn ang="0">
                  <a:pos x="360" y="1898"/>
                </a:cxn>
                <a:cxn ang="0">
                  <a:pos x="409" y="1842"/>
                </a:cxn>
                <a:cxn ang="0">
                  <a:pos x="453" y="1764"/>
                </a:cxn>
                <a:cxn ang="0">
                  <a:pos x="607" y="1898"/>
                </a:cxn>
                <a:cxn ang="0">
                  <a:pos x="437" y="1533"/>
                </a:cxn>
                <a:cxn ang="0">
                  <a:pos x="400" y="1592"/>
                </a:cxn>
                <a:cxn ang="0">
                  <a:pos x="348" y="1639"/>
                </a:cxn>
                <a:cxn ang="0">
                  <a:pos x="277" y="1651"/>
                </a:cxn>
                <a:cxn ang="0">
                  <a:pos x="224" y="1617"/>
                </a:cxn>
                <a:cxn ang="0">
                  <a:pos x="194" y="1561"/>
                </a:cxn>
                <a:cxn ang="0">
                  <a:pos x="172" y="1486"/>
                </a:cxn>
                <a:cxn ang="0">
                  <a:pos x="159" y="1395"/>
                </a:cxn>
                <a:cxn ang="0">
                  <a:pos x="159" y="1261"/>
                </a:cxn>
                <a:cxn ang="0">
                  <a:pos x="168" y="1189"/>
                </a:cxn>
                <a:cxn ang="0">
                  <a:pos x="188" y="1111"/>
                </a:cxn>
                <a:cxn ang="0">
                  <a:pos x="210" y="1065"/>
                </a:cxn>
                <a:cxn ang="0">
                  <a:pos x="267" y="993"/>
                </a:cxn>
                <a:cxn ang="0">
                  <a:pos x="331" y="946"/>
                </a:cxn>
                <a:cxn ang="0">
                  <a:pos x="455" y="899"/>
                </a:cxn>
              </a:cxnLst>
              <a:rect l="0" t="0" r="r" b="b"/>
              <a:pathLst>
                <a:path w="614" h="1945">
                  <a:moveTo>
                    <a:pt x="614" y="1879"/>
                  </a:moveTo>
                  <a:lnTo>
                    <a:pt x="612" y="1792"/>
                  </a:lnTo>
                  <a:lnTo>
                    <a:pt x="611" y="1701"/>
                  </a:lnTo>
                  <a:lnTo>
                    <a:pt x="608" y="1611"/>
                  </a:lnTo>
                  <a:lnTo>
                    <a:pt x="608" y="1523"/>
                  </a:lnTo>
                  <a:lnTo>
                    <a:pt x="607" y="1342"/>
                  </a:lnTo>
                  <a:lnTo>
                    <a:pt x="605" y="1164"/>
                  </a:lnTo>
                  <a:lnTo>
                    <a:pt x="605" y="578"/>
                  </a:lnTo>
                  <a:lnTo>
                    <a:pt x="605" y="540"/>
                  </a:lnTo>
                  <a:lnTo>
                    <a:pt x="604" y="506"/>
                  </a:lnTo>
                  <a:lnTo>
                    <a:pt x="603" y="471"/>
                  </a:lnTo>
                  <a:lnTo>
                    <a:pt x="600" y="437"/>
                  </a:lnTo>
                  <a:lnTo>
                    <a:pt x="599" y="406"/>
                  </a:lnTo>
                  <a:lnTo>
                    <a:pt x="595" y="375"/>
                  </a:lnTo>
                  <a:lnTo>
                    <a:pt x="591" y="343"/>
                  </a:lnTo>
                  <a:lnTo>
                    <a:pt x="587" y="315"/>
                  </a:lnTo>
                  <a:lnTo>
                    <a:pt x="584" y="290"/>
                  </a:lnTo>
                  <a:lnTo>
                    <a:pt x="579" y="262"/>
                  </a:lnTo>
                  <a:lnTo>
                    <a:pt x="572" y="240"/>
                  </a:lnTo>
                  <a:lnTo>
                    <a:pt x="566" y="216"/>
                  </a:lnTo>
                  <a:lnTo>
                    <a:pt x="559" y="194"/>
                  </a:lnTo>
                  <a:lnTo>
                    <a:pt x="553" y="175"/>
                  </a:lnTo>
                  <a:lnTo>
                    <a:pt x="545" y="153"/>
                  </a:lnTo>
                  <a:lnTo>
                    <a:pt x="536" y="137"/>
                  </a:lnTo>
                  <a:lnTo>
                    <a:pt x="527" y="119"/>
                  </a:lnTo>
                  <a:lnTo>
                    <a:pt x="518" y="103"/>
                  </a:lnTo>
                  <a:lnTo>
                    <a:pt x="509" y="91"/>
                  </a:lnTo>
                  <a:lnTo>
                    <a:pt x="499" y="75"/>
                  </a:lnTo>
                  <a:lnTo>
                    <a:pt x="489" y="63"/>
                  </a:lnTo>
                  <a:lnTo>
                    <a:pt x="478" y="53"/>
                  </a:lnTo>
                  <a:lnTo>
                    <a:pt x="455" y="34"/>
                  </a:lnTo>
                  <a:lnTo>
                    <a:pt x="444" y="25"/>
                  </a:lnTo>
                  <a:lnTo>
                    <a:pt x="431" y="19"/>
                  </a:lnTo>
                  <a:lnTo>
                    <a:pt x="418" y="13"/>
                  </a:lnTo>
                  <a:lnTo>
                    <a:pt x="405" y="9"/>
                  </a:lnTo>
                  <a:lnTo>
                    <a:pt x="392" y="3"/>
                  </a:lnTo>
                  <a:lnTo>
                    <a:pt x="378" y="3"/>
                  </a:lnTo>
                  <a:lnTo>
                    <a:pt x="364" y="0"/>
                  </a:lnTo>
                  <a:lnTo>
                    <a:pt x="349" y="0"/>
                  </a:lnTo>
                  <a:lnTo>
                    <a:pt x="323" y="3"/>
                  </a:lnTo>
                  <a:lnTo>
                    <a:pt x="296" y="6"/>
                  </a:lnTo>
                  <a:lnTo>
                    <a:pt x="268" y="13"/>
                  </a:lnTo>
                  <a:lnTo>
                    <a:pt x="240" y="25"/>
                  </a:lnTo>
                  <a:lnTo>
                    <a:pt x="213" y="38"/>
                  </a:lnTo>
                  <a:lnTo>
                    <a:pt x="186" y="50"/>
                  </a:lnTo>
                  <a:lnTo>
                    <a:pt x="159" y="69"/>
                  </a:lnTo>
                  <a:lnTo>
                    <a:pt x="133" y="84"/>
                  </a:lnTo>
                  <a:lnTo>
                    <a:pt x="127" y="94"/>
                  </a:lnTo>
                  <a:lnTo>
                    <a:pt x="115" y="103"/>
                  </a:lnTo>
                  <a:lnTo>
                    <a:pt x="99" y="119"/>
                  </a:lnTo>
                  <a:lnTo>
                    <a:pt x="93" y="128"/>
                  </a:lnTo>
                  <a:lnTo>
                    <a:pt x="88" y="141"/>
                  </a:lnTo>
                  <a:lnTo>
                    <a:pt x="87" y="203"/>
                  </a:lnTo>
                  <a:lnTo>
                    <a:pt x="86" y="269"/>
                  </a:lnTo>
                  <a:lnTo>
                    <a:pt x="83" y="400"/>
                  </a:lnTo>
                  <a:lnTo>
                    <a:pt x="95" y="418"/>
                  </a:lnTo>
                  <a:lnTo>
                    <a:pt x="123" y="387"/>
                  </a:lnTo>
                  <a:lnTo>
                    <a:pt x="150" y="362"/>
                  </a:lnTo>
                  <a:lnTo>
                    <a:pt x="177" y="337"/>
                  </a:lnTo>
                  <a:lnTo>
                    <a:pt x="191" y="328"/>
                  </a:lnTo>
                  <a:lnTo>
                    <a:pt x="204" y="319"/>
                  </a:lnTo>
                  <a:lnTo>
                    <a:pt x="217" y="309"/>
                  </a:lnTo>
                  <a:lnTo>
                    <a:pt x="231" y="303"/>
                  </a:lnTo>
                  <a:lnTo>
                    <a:pt x="244" y="297"/>
                  </a:lnTo>
                  <a:lnTo>
                    <a:pt x="258" y="290"/>
                  </a:lnTo>
                  <a:lnTo>
                    <a:pt x="273" y="287"/>
                  </a:lnTo>
                  <a:lnTo>
                    <a:pt x="287" y="284"/>
                  </a:lnTo>
                  <a:lnTo>
                    <a:pt x="303" y="281"/>
                  </a:lnTo>
                  <a:lnTo>
                    <a:pt x="318" y="281"/>
                  </a:lnTo>
                  <a:lnTo>
                    <a:pt x="336" y="284"/>
                  </a:lnTo>
                  <a:lnTo>
                    <a:pt x="344" y="284"/>
                  </a:lnTo>
                  <a:lnTo>
                    <a:pt x="351" y="287"/>
                  </a:lnTo>
                  <a:lnTo>
                    <a:pt x="367" y="294"/>
                  </a:lnTo>
                  <a:lnTo>
                    <a:pt x="381" y="300"/>
                  </a:lnTo>
                  <a:lnTo>
                    <a:pt x="392" y="312"/>
                  </a:lnTo>
                  <a:lnTo>
                    <a:pt x="404" y="325"/>
                  </a:lnTo>
                  <a:lnTo>
                    <a:pt x="413" y="340"/>
                  </a:lnTo>
                  <a:lnTo>
                    <a:pt x="418" y="350"/>
                  </a:lnTo>
                  <a:lnTo>
                    <a:pt x="422" y="359"/>
                  </a:lnTo>
                  <a:lnTo>
                    <a:pt x="426" y="372"/>
                  </a:lnTo>
                  <a:lnTo>
                    <a:pt x="430" y="381"/>
                  </a:lnTo>
                  <a:lnTo>
                    <a:pt x="436" y="406"/>
                  </a:lnTo>
                  <a:lnTo>
                    <a:pt x="441" y="431"/>
                  </a:lnTo>
                  <a:lnTo>
                    <a:pt x="446" y="462"/>
                  </a:lnTo>
                  <a:lnTo>
                    <a:pt x="449" y="493"/>
                  </a:lnTo>
                  <a:lnTo>
                    <a:pt x="451" y="528"/>
                  </a:lnTo>
                  <a:lnTo>
                    <a:pt x="453" y="565"/>
                  </a:lnTo>
                  <a:lnTo>
                    <a:pt x="453" y="606"/>
                  </a:lnTo>
                  <a:lnTo>
                    <a:pt x="453" y="634"/>
                  </a:lnTo>
                  <a:lnTo>
                    <a:pt x="408" y="649"/>
                  </a:lnTo>
                  <a:lnTo>
                    <a:pt x="363" y="665"/>
                  </a:lnTo>
                  <a:lnTo>
                    <a:pt x="317" y="684"/>
                  </a:lnTo>
                  <a:lnTo>
                    <a:pt x="272" y="706"/>
                  </a:lnTo>
                  <a:lnTo>
                    <a:pt x="258" y="712"/>
                  </a:lnTo>
                  <a:lnTo>
                    <a:pt x="244" y="721"/>
                  </a:lnTo>
                  <a:lnTo>
                    <a:pt x="218" y="737"/>
                  </a:lnTo>
                  <a:lnTo>
                    <a:pt x="192" y="759"/>
                  </a:lnTo>
                  <a:lnTo>
                    <a:pt x="168" y="781"/>
                  </a:lnTo>
                  <a:lnTo>
                    <a:pt x="156" y="793"/>
                  </a:lnTo>
                  <a:lnTo>
                    <a:pt x="145" y="805"/>
                  </a:lnTo>
                  <a:lnTo>
                    <a:pt x="135" y="818"/>
                  </a:lnTo>
                  <a:lnTo>
                    <a:pt x="123" y="834"/>
                  </a:lnTo>
                  <a:lnTo>
                    <a:pt x="102" y="865"/>
                  </a:lnTo>
                  <a:lnTo>
                    <a:pt x="82" y="899"/>
                  </a:lnTo>
                  <a:lnTo>
                    <a:pt x="73" y="918"/>
                  </a:lnTo>
                  <a:lnTo>
                    <a:pt x="64" y="937"/>
                  </a:lnTo>
                  <a:lnTo>
                    <a:pt x="55" y="958"/>
                  </a:lnTo>
                  <a:lnTo>
                    <a:pt x="47" y="980"/>
                  </a:lnTo>
                  <a:lnTo>
                    <a:pt x="40" y="1002"/>
                  </a:lnTo>
                  <a:lnTo>
                    <a:pt x="33" y="1027"/>
                  </a:lnTo>
                  <a:lnTo>
                    <a:pt x="28" y="1055"/>
                  </a:lnTo>
                  <a:lnTo>
                    <a:pt x="22" y="1080"/>
                  </a:lnTo>
                  <a:lnTo>
                    <a:pt x="18" y="1111"/>
                  </a:lnTo>
                  <a:lnTo>
                    <a:pt x="13" y="1140"/>
                  </a:lnTo>
                  <a:lnTo>
                    <a:pt x="10" y="1171"/>
                  </a:lnTo>
                  <a:lnTo>
                    <a:pt x="6" y="1202"/>
                  </a:lnTo>
                  <a:lnTo>
                    <a:pt x="4" y="1236"/>
                  </a:lnTo>
                  <a:lnTo>
                    <a:pt x="2" y="1271"/>
                  </a:lnTo>
                  <a:lnTo>
                    <a:pt x="1" y="1308"/>
                  </a:lnTo>
                  <a:lnTo>
                    <a:pt x="0" y="1346"/>
                  </a:lnTo>
                  <a:lnTo>
                    <a:pt x="1" y="1380"/>
                  </a:lnTo>
                  <a:lnTo>
                    <a:pt x="1" y="1411"/>
                  </a:lnTo>
                  <a:lnTo>
                    <a:pt x="4" y="1445"/>
                  </a:lnTo>
                  <a:lnTo>
                    <a:pt x="5" y="1477"/>
                  </a:lnTo>
                  <a:lnTo>
                    <a:pt x="8" y="1505"/>
                  </a:lnTo>
                  <a:lnTo>
                    <a:pt x="11" y="1536"/>
                  </a:lnTo>
                  <a:lnTo>
                    <a:pt x="15" y="1564"/>
                  </a:lnTo>
                  <a:lnTo>
                    <a:pt x="19" y="1592"/>
                  </a:lnTo>
                  <a:lnTo>
                    <a:pt x="24" y="1617"/>
                  </a:lnTo>
                  <a:lnTo>
                    <a:pt x="29" y="1645"/>
                  </a:lnTo>
                  <a:lnTo>
                    <a:pt x="34" y="1670"/>
                  </a:lnTo>
                  <a:lnTo>
                    <a:pt x="41" y="1692"/>
                  </a:lnTo>
                  <a:lnTo>
                    <a:pt x="47" y="1717"/>
                  </a:lnTo>
                  <a:lnTo>
                    <a:pt x="55" y="1739"/>
                  </a:lnTo>
                  <a:lnTo>
                    <a:pt x="63" y="1761"/>
                  </a:lnTo>
                  <a:lnTo>
                    <a:pt x="72" y="1779"/>
                  </a:lnTo>
                  <a:lnTo>
                    <a:pt x="79" y="1801"/>
                  </a:lnTo>
                  <a:lnTo>
                    <a:pt x="90" y="1817"/>
                  </a:lnTo>
                  <a:lnTo>
                    <a:pt x="99" y="1836"/>
                  </a:lnTo>
                  <a:lnTo>
                    <a:pt x="109" y="1851"/>
                  </a:lnTo>
                  <a:lnTo>
                    <a:pt x="119" y="1867"/>
                  </a:lnTo>
                  <a:lnTo>
                    <a:pt x="129" y="1879"/>
                  </a:lnTo>
                  <a:lnTo>
                    <a:pt x="140" y="1892"/>
                  </a:lnTo>
                  <a:lnTo>
                    <a:pt x="151" y="1901"/>
                  </a:lnTo>
                  <a:lnTo>
                    <a:pt x="163" y="1911"/>
                  </a:lnTo>
                  <a:lnTo>
                    <a:pt x="174" y="1920"/>
                  </a:lnTo>
                  <a:lnTo>
                    <a:pt x="186" y="1926"/>
                  </a:lnTo>
                  <a:lnTo>
                    <a:pt x="199" y="1932"/>
                  </a:lnTo>
                  <a:lnTo>
                    <a:pt x="212" y="1939"/>
                  </a:lnTo>
                  <a:lnTo>
                    <a:pt x="224" y="1942"/>
                  </a:lnTo>
                  <a:lnTo>
                    <a:pt x="238" y="1945"/>
                  </a:lnTo>
                  <a:lnTo>
                    <a:pt x="253" y="1945"/>
                  </a:lnTo>
                  <a:lnTo>
                    <a:pt x="267" y="1945"/>
                  </a:lnTo>
                  <a:lnTo>
                    <a:pt x="281" y="1942"/>
                  </a:lnTo>
                  <a:lnTo>
                    <a:pt x="294" y="1939"/>
                  </a:lnTo>
                  <a:lnTo>
                    <a:pt x="308" y="1932"/>
                  </a:lnTo>
                  <a:lnTo>
                    <a:pt x="321" y="1926"/>
                  </a:lnTo>
                  <a:lnTo>
                    <a:pt x="333" y="1920"/>
                  </a:lnTo>
                  <a:lnTo>
                    <a:pt x="348" y="1911"/>
                  </a:lnTo>
                  <a:lnTo>
                    <a:pt x="360" y="1898"/>
                  </a:lnTo>
                  <a:lnTo>
                    <a:pt x="373" y="1889"/>
                  </a:lnTo>
                  <a:lnTo>
                    <a:pt x="385" y="1873"/>
                  </a:lnTo>
                  <a:lnTo>
                    <a:pt x="398" y="1858"/>
                  </a:lnTo>
                  <a:lnTo>
                    <a:pt x="409" y="1842"/>
                  </a:lnTo>
                  <a:lnTo>
                    <a:pt x="421" y="1826"/>
                  </a:lnTo>
                  <a:lnTo>
                    <a:pt x="432" y="1804"/>
                  </a:lnTo>
                  <a:lnTo>
                    <a:pt x="442" y="1786"/>
                  </a:lnTo>
                  <a:lnTo>
                    <a:pt x="453" y="1764"/>
                  </a:lnTo>
                  <a:lnTo>
                    <a:pt x="453" y="1889"/>
                  </a:lnTo>
                  <a:lnTo>
                    <a:pt x="459" y="1914"/>
                  </a:lnTo>
                  <a:lnTo>
                    <a:pt x="534" y="1904"/>
                  </a:lnTo>
                  <a:lnTo>
                    <a:pt x="607" y="1898"/>
                  </a:lnTo>
                  <a:lnTo>
                    <a:pt x="614" y="1879"/>
                  </a:lnTo>
                  <a:close/>
                  <a:moveTo>
                    <a:pt x="455" y="1495"/>
                  </a:moveTo>
                  <a:lnTo>
                    <a:pt x="446" y="1514"/>
                  </a:lnTo>
                  <a:lnTo>
                    <a:pt x="437" y="1533"/>
                  </a:lnTo>
                  <a:lnTo>
                    <a:pt x="428" y="1548"/>
                  </a:lnTo>
                  <a:lnTo>
                    <a:pt x="419" y="1564"/>
                  </a:lnTo>
                  <a:lnTo>
                    <a:pt x="409" y="1580"/>
                  </a:lnTo>
                  <a:lnTo>
                    <a:pt x="400" y="1592"/>
                  </a:lnTo>
                  <a:lnTo>
                    <a:pt x="390" y="1605"/>
                  </a:lnTo>
                  <a:lnTo>
                    <a:pt x="380" y="1614"/>
                  </a:lnTo>
                  <a:lnTo>
                    <a:pt x="358" y="1633"/>
                  </a:lnTo>
                  <a:lnTo>
                    <a:pt x="348" y="1639"/>
                  </a:lnTo>
                  <a:lnTo>
                    <a:pt x="336" y="1642"/>
                  </a:lnTo>
                  <a:lnTo>
                    <a:pt x="314" y="1651"/>
                  </a:lnTo>
                  <a:lnTo>
                    <a:pt x="292" y="1651"/>
                  </a:lnTo>
                  <a:lnTo>
                    <a:pt x="277" y="1651"/>
                  </a:lnTo>
                  <a:lnTo>
                    <a:pt x="263" y="1645"/>
                  </a:lnTo>
                  <a:lnTo>
                    <a:pt x="249" y="1639"/>
                  </a:lnTo>
                  <a:lnTo>
                    <a:pt x="236" y="1630"/>
                  </a:lnTo>
                  <a:lnTo>
                    <a:pt x="224" y="1617"/>
                  </a:lnTo>
                  <a:lnTo>
                    <a:pt x="213" y="1602"/>
                  </a:lnTo>
                  <a:lnTo>
                    <a:pt x="203" y="1583"/>
                  </a:lnTo>
                  <a:lnTo>
                    <a:pt x="199" y="1570"/>
                  </a:lnTo>
                  <a:lnTo>
                    <a:pt x="194" y="1561"/>
                  </a:lnTo>
                  <a:lnTo>
                    <a:pt x="190" y="1548"/>
                  </a:lnTo>
                  <a:lnTo>
                    <a:pt x="185" y="1536"/>
                  </a:lnTo>
                  <a:lnTo>
                    <a:pt x="178" y="1511"/>
                  </a:lnTo>
                  <a:lnTo>
                    <a:pt x="172" y="1486"/>
                  </a:lnTo>
                  <a:lnTo>
                    <a:pt x="167" y="1458"/>
                  </a:lnTo>
                  <a:lnTo>
                    <a:pt x="163" y="1427"/>
                  </a:lnTo>
                  <a:lnTo>
                    <a:pt x="160" y="1411"/>
                  </a:lnTo>
                  <a:lnTo>
                    <a:pt x="159" y="1395"/>
                  </a:lnTo>
                  <a:lnTo>
                    <a:pt x="158" y="1361"/>
                  </a:lnTo>
                  <a:lnTo>
                    <a:pt x="156" y="1324"/>
                  </a:lnTo>
                  <a:lnTo>
                    <a:pt x="159" y="1283"/>
                  </a:lnTo>
                  <a:lnTo>
                    <a:pt x="159" y="1261"/>
                  </a:lnTo>
                  <a:lnTo>
                    <a:pt x="161" y="1243"/>
                  </a:lnTo>
                  <a:lnTo>
                    <a:pt x="163" y="1224"/>
                  </a:lnTo>
                  <a:lnTo>
                    <a:pt x="165" y="1205"/>
                  </a:lnTo>
                  <a:lnTo>
                    <a:pt x="168" y="1189"/>
                  </a:lnTo>
                  <a:lnTo>
                    <a:pt x="172" y="1174"/>
                  </a:lnTo>
                  <a:lnTo>
                    <a:pt x="179" y="1143"/>
                  </a:lnTo>
                  <a:lnTo>
                    <a:pt x="183" y="1127"/>
                  </a:lnTo>
                  <a:lnTo>
                    <a:pt x="188" y="1111"/>
                  </a:lnTo>
                  <a:lnTo>
                    <a:pt x="194" y="1099"/>
                  </a:lnTo>
                  <a:lnTo>
                    <a:pt x="199" y="1086"/>
                  </a:lnTo>
                  <a:lnTo>
                    <a:pt x="204" y="1074"/>
                  </a:lnTo>
                  <a:lnTo>
                    <a:pt x="210" y="1065"/>
                  </a:lnTo>
                  <a:lnTo>
                    <a:pt x="223" y="1043"/>
                  </a:lnTo>
                  <a:lnTo>
                    <a:pt x="237" y="1024"/>
                  </a:lnTo>
                  <a:lnTo>
                    <a:pt x="251" y="1008"/>
                  </a:lnTo>
                  <a:lnTo>
                    <a:pt x="267" y="993"/>
                  </a:lnTo>
                  <a:lnTo>
                    <a:pt x="282" y="977"/>
                  </a:lnTo>
                  <a:lnTo>
                    <a:pt x="298" y="965"/>
                  </a:lnTo>
                  <a:lnTo>
                    <a:pt x="314" y="955"/>
                  </a:lnTo>
                  <a:lnTo>
                    <a:pt x="331" y="946"/>
                  </a:lnTo>
                  <a:lnTo>
                    <a:pt x="364" y="930"/>
                  </a:lnTo>
                  <a:lnTo>
                    <a:pt x="396" y="918"/>
                  </a:lnTo>
                  <a:lnTo>
                    <a:pt x="426" y="909"/>
                  </a:lnTo>
                  <a:lnTo>
                    <a:pt x="455" y="899"/>
                  </a:lnTo>
                  <a:lnTo>
                    <a:pt x="455" y="14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56043" name="Rectangle 11"/>
          <p:cNvSpPr>
            <a:spLocks noChangeArrowheads="1"/>
          </p:cNvSpPr>
          <p:nvPr/>
        </p:nvSpPr>
        <p:spPr bwMode="auto">
          <a:xfrm>
            <a:off x="1543050" y="1377950"/>
            <a:ext cx="4846638" cy="560388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sp>
        <p:nvSpPr>
          <p:cNvPr id="556044" name="Text Box 12"/>
          <p:cNvSpPr txBox="1">
            <a:spLocks noChangeArrowheads="1"/>
          </p:cNvSpPr>
          <p:nvPr/>
        </p:nvSpPr>
        <p:spPr bwMode="white">
          <a:xfrm>
            <a:off x="1343025" y="620713"/>
            <a:ext cx="5341938" cy="48609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274320" tIns="0" rIns="92985" bIns="46493"/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Necessidades Oi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Arquitetura da solução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Modelos de Configuração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Objetos de Banco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Ambiente Unix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Erros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Dúvidas</a:t>
            </a:r>
            <a:endParaRPr lang="pt-BR">
              <a:solidFill>
                <a:schemeClr val="bg1"/>
              </a:solidFill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56045" name="Rectangle 13"/>
          <p:cNvSpPr>
            <a:spLocks noChangeArrowheads="1"/>
          </p:cNvSpPr>
          <p:nvPr/>
        </p:nvSpPr>
        <p:spPr bwMode="auto">
          <a:xfrm>
            <a:off x="6400800" y="0"/>
            <a:ext cx="758825" cy="68707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274320" tIns="46493" rIns="92985" bIns="46493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5C152-E2EA-4512-A162-647DD2C484C5}" type="slidenum">
              <a:rPr lang="en-US"/>
              <a:pPr/>
              <a:t>5</a:t>
            </a:fld>
            <a:endParaRPr lang="en-US"/>
          </a:p>
        </p:txBody>
      </p: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Arquitetura </a:t>
            </a:r>
            <a:r>
              <a:rPr lang="pt-BR" dirty="0" smtClean="0"/>
              <a:t>geral da solução</a:t>
            </a:r>
            <a:endParaRPr lang="pt-BR" dirty="0"/>
          </a:p>
        </p:txBody>
      </p:sp>
      <p:grpSp>
        <p:nvGrpSpPr>
          <p:cNvPr id="478426" name="Group 218"/>
          <p:cNvGrpSpPr>
            <a:grpSpLocks/>
          </p:cNvGrpSpPr>
          <p:nvPr/>
        </p:nvGrpSpPr>
        <p:grpSpPr bwMode="auto">
          <a:xfrm>
            <a:off x="312738" y="1644650"/>
            <a:ext cx="8531225" cy="271463"/>
            <a:chOff x="197" y="1036"/>
            <a:chExt cx="5374" cy="171"/>
          </a:xfrm>
        </p:grpSpPr>
        <p:sp>
          <p:nvSpPr>
            <p:cNvPr id="478213" name="Line 5"/>
            <p:cNvSpPr>
              <a:spLocks noChangeShapeType="1"/>
            </p:cNvSpPr>
            <p:nvPr/>
          </p:nvSpPr>
          <p:spPr bwMode="auto">
            <a:xfrm>
              <a:off x="197" y="1207"/>
              <a:ext cx="5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lIns="0" tIns="0" rIns="0" bIns="0"/>
            <a:lstStyle/>
            <a:p>
              <a:endParaRPr lang="pt-BR"/>
            </a:p>
          </p:txBody>
        </p:sp>
        <p:sp>
          <p:nvSpPr>
            <p:cNvPr id="478383" name="Text Box 175"/>
            <p:cNvSpPr txBox="1">
              <a:spLocks noChangeArrowheads="1"/>
            </p:cNvSpPr>
            <p:nvPr/>
          </p:nvSpPr>
          <p:spPr bwMode="auto">
            <a:xfrm>
              <a:off x="205" y="1036"/>
              <a:ext cx="2036" cy="13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pt-BR" sz="1400" i="1"/>
                <a:t>Siebel Marketing</a:t>
              </a:r>
              <a:endParaRPr lang="en-US" sz="1400" i="1"/>
            </a:p>
          </p:txBody>
        </p:sp>
      </p:grpSp>
      <p:grpSp>
        <p:nvGrpSpPr>
          <p:cNvPr id="478427" name="Group 219"/>
          <p:cNvGrpSpPr>
            <a:grpSpLocks/>
          </p:cNvGrpSpPr>
          <p:nvPr/>
        </p:nvGrpSpPr>
        <p:grpSpPr bwMode="auto">
          <a:xfrm>
            <a:off x="327025" y="2738438"/>
            <a:ext cx="8531225" cy="220662"/>
            <a:chOff x="206" y="1725"/>
            <a:chExt cx="5374" cy="139"/>
          </a:xfrm>
        </p:grpSpPr>
        <p:sp>
          <p:nvSpPr>
            <p:cNvPr id="478214" name="Line 6"/>
            <p:cNvSpPr>
              <a:spLocks noChangeShapeType="1"/>
            </p:cNvSpPr>
            <p:nvPr/>
          </p:nvSpPr>
          <p:spPr bwMode="auto">
            <a:xfrm>
              <a:off x="206" y="1864"/>
              <a:ext cx="5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lIns="0" tIns="0" rIns="0" bIns="0"/>
            <a:lstStyle/>
            <a:p>
              <a:endParaRPr lang="pt-BR"/>
            </a:p>
          </p:txBody>
        </p:sp>
        <p:sp>
          <p:nvSpPr>
            <p:cNvPr id="478384" name="Text Box 176"/>
            <p:cNvSpPr txBox="1">
              <a:spLocks noChangeArrowheads="1"/>
            </p:cNvSpPr>
            <p:nvPr/>
          </p:nvSpPr>
          <p:spPr bwMode="auto">
            <a:xfrm>
              <a:off x="207" y="1725"/>
              <a:ext cx="2036" cy="13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pt-BR" sz="1400" i="1"/>
                <a:t>SOA</a:t>
              </a:r>
              <a:endParaRPr lang="en-US" sz="1400" i="1"/>
            </a:p>
          </p:txBody>
        </p:sp>
      </p:grpSp>
      <p:grpSp>
        <p:nvGrpSpPr>
          <p:cNvPr id="478428" name="Group 220"/>
          <p:cNvGrpSpPr>
            <a:grpSpLocks/>
          </p:cNvGrpSpPr>
          <p:nvPr/>
        </p:nvGrpSpPr>
        <p:grpSpPr bwMode="auto">
          <a:xfrm>
            <a:off x="303213" y="4868863"/>
            <a:ext cx="8543925" cy="225425"/>
            <a:chOff x="191" y="3067"/>
            <a:chExt cx="5382" cy="142"/>
          </a:xfrm>
        </p:grpSpPr>
        <p:sp>
          <p:nvSpPr>
            <p:cNvPr id="478215" name="Line 7"/>
            <p:cNvSpPr>
              <a:spLocks noChangeShapeType="1"/>
            </p:cNvSpPr>
            <p:nvPr/>
          </p:nvSpPr>
          <p:spPr bwMode="auto">
            <a:xfrm>
              <a:off x="199" y="3209"/>
              <a:ext cx="5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lIns="0" tIns="0" rIns="0" bIns="0"/>
            <a:lstStyle/>
            <a:p>
              <a:endParaRPr lang="pt-BR"/>
            </a:p>
          </p:txBody>
        </p:sp>
        <p:sp>
          <p:nvSpPr>
            <p:cNvPr id="478385" name="Text Box 177"/>
            <p:cNvSpPr txBox="1">
              <a:spLocks noChangeArrowheads="1"/>
            </p:cNvSpPr>
            <p:nvPr/>
          </p:nvSpPr>
          <p:spPr bwMode="auto">
            <a:xfrm>
              <a:off x="191" y="3067"/>
              <a:ext cx="2036" cy="13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pt-BR" sz="1400" i="1"/>
                <a:t>Configurador Kenan</a:t>
              </a:r>
              <a:endParaRPr lang="en-US" sz="1400" i="1"/>
            </a:p>
          </p:txBody>
        </p:sp>
      </p:grpSp>
      <p:grpSp>
        <p:nvGrpSpPr>
          <p:cNvPr id="478429" name="Group 221"/>
          <p:cNvGrpSpPr>
            <a:grpSpLocks/>
          </p:cNvGrpSpPr>
          <p:nvPr/>
        </p:nvGrpSpPr>
        <p:grpSpPr bwMode="auto">
          <a:xfrm>
            <a:off x="355600" y="5883275"/>
            <a:ext cx="8531225" cy="254000"/>
            <a:chOff x="224" y="3706"/>
            <a:chExt cx="5374" cy="160"/>
          </a:xfrm>
        </p:grpSpPr>
        <p:sp>
          <p:nvSpPr>
            <p:cNvPr id="478216" name="Line 8"/>
            <p:cNvSpPr>
              <a:spLocks noChangeShapeType="1"/>
            </p:cNvSpPr>
            <p:nvPr/>
          </p:nvSpPr>
          <p:spPr bwMode="auto">
            <a:xfrm>
              <a:off x="224" y="3866"/>
              <a:ext cx="5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</p:spPr>
          <p:txBody>
            <a:bodyPr lIns="0" tIns="0" rIns="0" bIns="0"/>
            <a:lstStyle/>
            <a:p>
              <a:endParaRPr lang="pt-BR"/>
            </a:p>
          </p:txBody>
        </p:sp>
        <p:sp>
          <p:nvSpPr>
            <p:cNvPr id="478386" name="Text Box 178"/>
            <p:cNvSpPr txBox="1">
              <a:spLocks noChangeArrowheads="1"/>
            </p:cNvSpPr>
            <p:nvPr/>
          </p:nvSpPr>
          <p:spPr bwMode="auto">
            <a:xfrm>
              <a:off x="225" y="3706"/>
              <a:ext cx="2036" cy="13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pt-BR" sz="1400" i="1"/>
                <a:t>Configurador Siebel</a:t>
              </a:r>
              <a:endParaRPr lang="en-US" sz="1400" i="1"/>
            </a:p>
          </p:txBody>
        </p:sp>
      </p:grpSp>
      <p:grpSp>
        <p:nvGrpSpPr>
          <p:cNvPr id="478389" name="Group 181"/>
          <p:cNvGrpSpPr>
            <a:grpSpLocks/>
          </p:cNvGrpSpPr>
          <p:nvPr/>
        </p:nvGrpSpPr>
        <p:grpSpPr bwMode="auto">
          <a:xfrm>
            <a:off x="1852613" y="1011238"/>
            <a:ext cx="665162" cy="773112"/>
            <a:chOff x="1335" y="637"/>
            <a:chExt cx="419" cy="487"/>
          </a:xfrm>
        </p:grpSpPr>
        <p:pic>
          <p:nvPicPr>
            <p:cNvPr id="478387" name="Picture 17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35" y="637"/>
              <a:ext cx="402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8388" name="Rectangle 180"/>
            <p:cNvSpPr>
              <a:spLocks noChangeArrowheads="1"/>
            </p:cNvSpPr>
            <p:nvPr/>
          </p:nvSpPr>
          <p:spPr bwMode="auto">
            <a:xfrm>
              <a:off x="1425" y="1009"/>
              <a:ext cx="32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/>
                <a:t>Usuário</a:t>
              </a:r>
            </a:p>
          </p:txBody>
        </p:sp>
      </p:grpSp>
      <p:sp>
        <p:nvSpPr>
          <p:cNvPr id="478390" name="Line 182"/>
          <p:cNvSpPr>
            <a:spLocks noChangeShapeType="1"/>
          </p:cNvSpPr>
          <p:nvPr/>
        </p:nvSpPr>
        <p:spPr bwMode="auto">
          <a:xfrm>
            <a:off x="2651125" y="1416050"/>
            <a:ext cx="1214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393" name="AutoShape 185"/>
          <p:cNvSpPr>
            <a:spLocks noChangeArrowheads="1"/>
          </p:cNvSpPr>
          <p:nvPr/>
        </p:nvSpPr>
        <p:spPr bwMode="auto">
          <a:xfrm>
            <a:off x="3938588" y="1101725"/>
            <a:ext cx="1406525" cy="730250"/>
          </a:xfrm>
          <a:prstGeom prst="roundRect">
            <a:avLst>
              <a:gd name="adj" fmla="val 18833"/>
            </a:avLst>
          </a:prstGeom>
          <a:gradFill rotWithShape="1">
            <a:gsLst>
              <a:gs pos="0">
                <a:srgbClr val="97ABC0">
                  <a:gamma/>
                  <a:shade val="76471"/>
                  <a:invGamma/>
                </a:srgbClr>
              </a:gs>
              <a:gs pos="50000">
                <a:srgbClr val="97ABC0"/>
              </a:gs>
              <a:gs pos="100000">
                <a:srgbClr val="97ABC0">
                  <a:gamma/>
                  <a:shade val="76471"/>
                  <a:invGamma/>
                </a:srgbClr>
              </a:gs>
            </a:gsLst>
            <a:lin ang="0" scaled="1"/>
          </a:gradFill>
          <a:ln w="31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1600" b="1">
                <a:solidFill>
                  <a:schemeClr val="bg1"/>
                </a:solidFill>
                <a:cs typeface="Arial" charset="0"/>
              </a:rPr>
              <a:t>Configurador</a:t>
            </a:r>
          </a:p>
        </p:txBody>
      </p:sp>
      <p:sp>
        <p:nvSpPr>
          <p:cNvPr id="478395" name="Text Box 187"/>
          <p:cNvSpPr txBox="1">
            <a:spLocks noChangeArrowheads="1"/>
          </p:cNvSpPr>
          <p:nvPr/>
        </p:nvSpPr>
        <p:spPr bwMode="auto">
          <a:xfrm>
            <a:off x="5426075" y="1069975"/>
            <a:ext cx="3498850" cy="6667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274320" tIns="46493" rIns="92985" bIns="46493">
            <a:spAutoFit/>
          </a:bodyPr>
          <a:lstStyle/>
          <a:p>
            <a:pPr marL="115888" indent="-115888">
              <a:spcBef>
                <a:spcPct val="15000"/>
              </a:spcBef>
              <a:buClr>
                <a:srgbClr val="003366"/>
              </a:buClr>
              <a:buFont typeface="Wingdings" pitchFamily="2" charset="2"/>
              <a:buChar char="ü"/>
            </a:pPr>
            <a:r>
              <a:rPr lang="en-US" sz="1200">
                <a:solidFill>
                  <a:srgbClr val="000066"/>
                </a:solidFill>
                <a:cs typeface="Arial" charset="0"/>
              </a:rPr>
              <a:t>Seleção de templates de configuração</a:t>
            </a:r>
          </a:p>
          <a:p>
            <a:pPr marL="115888" indent="-115888">
              <a:spcBef>
                <a:spcPct val="15000"/>
              </a:spcBef>
              <a:buClr>
                <a:srgbClr val="003366"/>
              </a:buClr>
              <a:buFont typeface="Wingdings" pitchFamily="2" charset="2"/>
              <a:buChar char="ü"/>
            </a:pPr>
            <a:r>
              <a:rPr lang="pt-BR" sz="1200">
                <a:solidFill>
                  <a:srgbClr val="000066"/>
                </a:solidFill>
                <a:cs typeface="Arial" charset="0"/>
              </a:rPr>
              <a:t>Preenchimento de campos como percentuais de descontos e tarifas</a:t>
            </a:r>
            <a:endParaRPr lang="en-US" sz="1200">
              <a:solidFill>
                <a:srgbClr val="000066"/>
              </a:solidFill>
              <a:cs typeface="Arial" charset="0"/>
            </a:endParaRPr>
          </a:p>
        </p:txBody>
      </p:sp>
      <p:sp>
        <p:nvSpPr>
          <p:cNvPr id="478396" name="AutoShape 188"/>
          <p:cNvSpPr>
            <a:spLocks noChangeArrowheads="1"/>
          </p:cNvSpPr>
          <p:nvPr/>
        </p:nvSpPr>
        <p:spPr bwMode="auto">
          <a:xfrm>
            <a:off x="1490663" y="2322513"/>
            <a:ext cx="6040437" cy="371475"/>
          </a:xfrm>
          <a:prstGeom prst="roundRect">
            <a:avLst>
              <a:gd name="adj" fmla="val 18347"/>
            </a:avLst>
          </a:prstGeom>
          <a:gradFill rotWithShape="1">
            <a:gsLst>
              <a:gs pos="0">
                <a:srgbClr val="3399CC"/>
              </a:gs>
              <a:gs pos="100000">
                <a:srgbClr val="DDDDDD"/>
              </a:gs>
            </a:gsLst>
            <a:lin ang="5400000" scaled="1"/>
          </a:gra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400" b="1">
                <a:solidFill>
                  <a:schemeClr val="bg1"/>
                </a:solidFill>
                <a:cs typeface="Arial" charset="0"/>
              </a:rPr>
              <a:t>Barramento</a:t>
            </a:r>
          </a:p>
        </p:txBody>
      </p:sp>
      <p:sp>
        <p:nvSpPr>
          <p:cNvPr id="478398" name="Line 190"/>
          <p:cNvSpPr>
            <a:spLocks noChangeShapeType="1"/>
          </p:cNvSpPr>
          <p:nvPr/>
        </p:nvSpPr>
        <p:spPr bwMode="auto">
          <a:xfrm flipH="1">
            <a:off x="4108450" y="1890713"/>
            <a:ext cx="325438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399" name="Text Box 191"/>
          <p:cNvSpPr txBox="1">
            <a:spLocks noChangeArrowheads="1"/>
          </p:cNvSpPr>
          <p:nvPr/>
        </p:nvSpPr>
        <p:spPr bwMode="auto">
          <a:xfrm>
            <a:off x="2265363" y="1992313"/>
            <a:ext cx="1855787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pt-BR" sz="1200"/>
              <a:t>Solicitação de configuração</a:t>
            </a:r>
            <a:endParaRPr lang="en-US" sz="1200"/>
          </a:p>
        </p:txBody>
      </p:sp>
      <p:sp>
        <p:nvSpPr>
          <p:cNvPr id="478400" name="AutoShape 192"/>
          <p:cNvSpPr>
            <a:spLocks noChangeArrowheads="1"/>
          </p:cNvSpPr>
          <p:nvPr/>
        </p:nvSpPr>
        <p:spPr bwMode="auto">
          <a:xfrm>
            <a:off x="3765550" y="3109913"/>
            <a:ext cx="1406525" cy="730250"/>
          </a:xfrm>
          <a:prstGeom prst="roundRect">
            <a:avLst>
              <a:gd name="adj" fmla="val 18833"/>
            </a:avLst>
          </a:prstGeom>
          <a:gradFill rotWithShape="1">
            <a:gsLst>
              <a:gs pos="0">
                <a:srgbClr val="97ABC0">
                  <a:gamma/>
                  <a:shade val="76471"/>
                  <a:invGamma/>
                </a:srgbClr>
              </a:gs>
              <a:gs pos="50000">
                <a:srgbClr val="97ABC0"/>
              </a:gs>
              <a:gs pos="100000">
                <a:srgbClr val="97ABC0">
                  <a:gamma/>
                  <a:shade val="76471"/>
                  <a:invGamma/>
                </a:srgbClr>
              </a:gs>
            </a:gsLst>
            <a:lin ang="0" scaled="1"/>
          </a:gradFill>
          <a:ln w="31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1600" b="1">
                <a:solidFill>
                  <a:schemeClr val="bg1"/>
                </a:solidFill>
                <a:cs typeface="Arial" charset="0"/>
              </a:rPr>
              <a:t>Web Services</a:t>
            </a:r>
          </a:p>
        </p:txBody>
      </p:sp>
      <p:sp>
        <p:nvSpPr>
          <p:cNvPr id="478402" name="AutoShape 194"/>
          <p:cNvSpPr>
            <a:spLocks noChangeArrowheads="1"/>
          </p:cNvSpPr>
          <p:nvPr/>
        </p:nvSpPr>
        <p:spPr bwMode="auto">
          <a:xfrm>
            <a:off x="4778375" y="4217988"/>
            <a:ext cx="1025525" cy="660400"/>
          </a:xfrm>
          <a:prstGeom prst="can">
            <a:avLst>
              <a:gd name="adj" fmla="val 13866"/>
            </a:avLst>
          </a:prstGeom>
          <a:gradFill rotWithShape="1">
            <a:gsLst>
              <a:gs pos="0">
                <a:srgbClr val="4B7A9E">
                  <a:gamma/>
                  <a:shade val="86275"/>
                  <a:invGamma/>
                </a:srgbClr>
              </a:gs>
              <a:gs pos="50000">
                <a:srgbClr val="4B7A9E"/>
              </a:gs>
              <a:gs pos="100000">
                <a:srgbClr val="4B7A9E">
                  <a:gamma/>
                  <a:shade val="86275"/>
                  <a:invGamma/>
                </a:srgbClr>
              </a:gs>
            </a:gsLst>
            <a:lin ang="0" scaled="1"/>
          </a:gra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Configuração customizados</a:t>
            </a:r>
          </a:p>
        </p:txBody>
      </p:sp>
      <p:sp>
        <p:nvSpPr>
          <p:cNvPr id="478404" name="AutoShape 196"/>
          <p:cNvSpPr>
            <a:spLocks noChangeArrowheads="1"/>
          </p:cNvSpPr>
          <p:nvPr/>
        </p:nvSpPr>
        <p:spPr bwMode="auto">
          <a:xfrm>
            <a:off x="3101975" y="4246563"/>
            <a:ext cx="1025525" cy="660400"/>
          </a:xfrm>
          <a:prstGeom prst="can">
            <a:avLst>
              <a:gd name="adj" fmla="val 13866"/>
            </a:avLst>
          </a:prstGeom>
          <a:gradFill rotWithShape="1">
            <a:gsLst>
              <a:gs pos="0">
                <a:srgbClr val="4B7A9E">
                  <a:gamma/>
                  <a:shade val="86275"/>
                  <a:invGamma/>
                </a:srgbClr>
              </a:gs>
              <a:gs pos="50000">
                <a:srgbClr val="4B7A9E"/>
              </a:gs>
              <a:gs pos="100000">
                <a:srgbClr val="4B7A9E">
                  <a:gamma/>
                  <a:shade val="86275"/>
                  <a:invGamma/>
                </a:srgbClr>
              </a:gs>
            </a:gsLst>
            <a:lin ang="0" scaled="1"/>
          </a:gra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Configuração Core</a:t>
            </a:r>
          </a:p>
        </p:txBody>
      </p:sp>
      <p:sp>
        <p:nvSpPr>
          <p:cNvPr id="478406" name="Line 198"/>
          <p:cNvSpPr>
            <a:spLocks noChangeShapeType="1"/>
          </p:cNvSpPr>
          <p:nvPr/>
        </p:nvSpPr>
        <p:spPr bwMode="auto">
          <a:xfrm flipH="1">
            <a:off x="3995738" y="2717800"/>
            <a:ext cx="325437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08" name="AutoShape 200"/>
          <p:cNvSpPr>
            <a:spLocks noChangeArrowheads="1"/>
          </p:cNvSpPr>
          <p:nvPr/>
        </p:nvSpPr>
        <p:spPr bwMode="auto">
          <a:xfrm>
            <a:off x="6840538" y="5248275"/>
            <a:ext cx="1025525" cy="660400"/>
          </a:xfrm>
          <a:prstGeom prst="can">
            <a:avLst>
              <a:gd name="adj" fmla="val 13866"/>
            </a:avLst>
          </a:prstGeom>
          <a:gradFill rotWithShape="1">
            <a:gsLst>
              <a:gs pos="0">
                <a:srgbClr val="4B7A9E">
                  <a:gamma/>
                  <a:shade val="86275"/>
                  <a:invGamma/>
                </a:srgbClr>
              </a:gs>
              <a:gs pos="50000">
                <a:srgbClr val="4B7A9E"/>
              </a:gs>
              <a:gs pos="100000">
                <a:srgbClr val="4B7A9E">
                  <a:gamma/>
                  <a:shade val="86275"/>
                  <a:invGamma/>
                </a:srgbClr>
              </a:gs>
            </a:gsLst>
            <a:lin ang="0" scaled="1"/>
          </a:gra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Siebel</a:t>
            </a:r>
          </a:p>
        </p:txBody>
      </p:sp>
      <p:sp>
        <p:nvSpPr>
          <p:cNvPr id="478409" name="Line 201"/>
          <p:cNvSpPr>
            <a:spLocks noChangeShapeType="1"/>
          </p:cNvSpPr>
          <p:nvPr/>
        </p:nvSpPr>
        <p:spPr bwMode="auto">
          <a:xfrm>
            <a:off x="6326188" y="2794000"/>
            <a:ext cx="814387" cy="2354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12" name="Line 204"/>
          <p:cNvSpPr>
            <a:spLocks noChangeShapeType="1"/>
          </p:cNvSpPr>
          <p:nvPr/>
        </p:nvSpPr>
        <p:spPr bwMode="auto">
          <a:xfrm flipH="1">
            <a:off x="3883025" y="3875088"/>
            <a:ext cx="325438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13" name="Line 205"/>
          <p:cNvSpPr>
            <a:spLocks noChangeShapeType="1"/>
          </p:cNvSpPr>
          <p:nvPr/>
        </p:nvSpPr>
        <p:spPr bwMode="auto">
          <a:xfrm>
            <a:off x="4221163" y="4584700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14" name="Line 206"/>
          <p:cNvSpPr>
            <a:spLocks noChangeShapeType="1"/>
          </p:cNvSpPr>
          <p:nvPr/>
        </p:nvSpPr>
        <p:spPr bwMode="auto">
          <a:xfrm flipH="1">
            <a:off x="4221163" y="4421188"/>
            <a:ext cx="41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16" name="Line 208"/>
          <p:cNvSpPr>
            <a:spLocks noChangeShapeType="1"/>
          </p:cNvSpPr>
          <p:nvPr/>
        </p:nvSpPr>
        <p:spPr bwMode="auto">
          <a:xfrm flipH="1">
            <a:off x="4175125" y="3903663"/>
            <a:ext cx="34925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18" name="Text Box 210"/>
          <p:cNvSpPr txBox="1">
            <a:spLocks noChangeArrowheads="1"/>
          </p:cNvSpPr>
          <p:nvPr/>
        </p:nvSpPr>
        <p:spPr bwMode="auto">
          <a:xfrm>
            <a:off x="2384425" y="2760663"/>
            <a:ext cx="1773238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pt-BR" sz="1200"/>
              <a:t>Chamada ao Web Service</a:t>
            </a:r>
            <a:endParaRPr lang="en-US" sz="1200"/>
          </a:p>
        </p:txBody>
      </p:sp>
      <p:sp>
        <p:nvSpPr>
          <p:cNvPr id="478421" name="Text Box 213"/>
          <p:cNvSpPr txBox="1">
            <a:spLocks noChangeArrowheads="1"/>
          </p:cNvSpPr>
          <p:nvPr/>
        </p:nvSpPr>
        <p:spPr bwMode="auto">
          <a:xfrm>
            <a:off x="6759575" y="3754438"/>
            <a:ext cx="1365250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pt-BR" sz="1200"/>
              <a:t>Configuração Siebel</a:t>
            </a:r>
            <a:endParaRPr lang="en-US" sz="1200"/>
          </a:p>
        </p:txBody>
      </p:sp>
      <p:sp>
        <p:nvSpPr>
          <p:cNvPr id="478422" name="Line 214"/>
          <p:cNvSpPr>
            <a:spLocks noChangeShapeType="1"/>
          </p:cNvSpPr>
          <p:nvPr/>
        </p:nvSpPr>
        <p:spPr bwMode="auto">
          <a:xfrm>
            <a:off x="4500563" y="2719388"/>
            <a:ext cx="314325" cy="35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23" name="Text Box 215"/>
          <p:cNvSpPr txBox="1">
            <a:spLocks noChangeArrowheads="1"/>
          </p:cNvSpPr>
          <p:nvPr/>
        </p:nvSpPr>
        <p:spPr bwMode="auto">
          <a:xfrm>
            <a:off x="4932363" y="2001838"/>
            <a:ext cx="2125662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pt-BR" sz="1200"/>
              <a:t>Resultado final da configuração</a:t>
            </a:r>
            <a:endParaRPr lang="en-US" sz="1200"/>
          </a:p>
        </p:txBody>
      </p:sp>
      <p:sp>
        <p:nvSpPr>
          <p:cNvPr id="478424" name="Text Box 216"/>
          <p:cNvSpPr txBox="1">
            <a:spLocks noChangeArrowheads="1"/>
          </p:cNvSpPr>
          <p:nvPr/>
        </p:nvSpPr>
        <p:spPr bwMode="auto">
          <a:xfrm>
            <a:off x="4686300" y="2757488"/>
            <a:ext cx="1444625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pt-BR" sz="1200"/>
              <a:t>Retorno Web Service</a:t>
            </a:r>
            <a:endParaRPr lang="en-US" sz="1200"/>
          </a:p>
        </p:txBody>
      </p:sp>
      <p:sp>
        <p:nvSpPr>
          <p:cNvPr id="478425" name="Line 217"/>
          <p:cNvSpPr>
            <a:spLocks noChangeShapeType="1"/>
          </p:cNvSpPr>
          <p:nvPr/>
        </p:nvSpPr>
        <p:spPr bwMode="auto">
          <a:xfrm>
            <a:off x="4630738" y="1895475"/>
            <a:ext cx="314325" cy="35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78431" name="Line 223"/>
          <p:cNvSpPr>
            <a:spLocks noChangeShapeType="1"/>
          </p:cNvSpPr>
          <p:nvPr/>
        </p:nvSpPr>
        <p:spPr bwMode="auto">
          <a:xfrm>
            <a:off x="6746875" y="2782888"/>
            <a:ext cx="814388" cy="2354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 lIns="0" tIns="0" rIns="0" bIns="0"/>
          <a:lstStyle/>
          <a:p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7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7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7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7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8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78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7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5" dur="500"/>
                                        <p:tgtEl>
                                          <p:spTgt spid="47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8" dur="500"/>
                                        <p:tgtEl>
                                          <p:spTgt spid="47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1" dur="500"/>
                                        <p:tgtEl>
                                          <p:spTgt spid="47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2000"/>
                                        <p:tgtEl>
                                          <p:spTgt spid="47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8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8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7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8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8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8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8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7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7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47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7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7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7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7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47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47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2000"/>
                                        <p:tgtEl>
                                          <p:spTgt spid="47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78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8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7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78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78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7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7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7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7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7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390" grpId="0" animBg="1"/>
      <p:bldP spid="478398" grpId="0" animBg="1"/>
      <p:bldP spid="478406" grpId="0" animBg="1"/>
      <p:bldP spid="478408" grpId="0" animBg="1"/>
      <p:bldP spid="478409" grpId="0" animBg="1"/>
      <p:bldP spid="478412" grpId="0" animBg="1"/>
      <p:bldP spid="478413" grpId="0" animBg="1"/>
      <p:bldP spid="478414" grpId="0" animBg="1"/>
      <p:bldP spid="478416" grpId="0" animBg="1"/>
      <p:bldP spid="478421" grpId="1"/>
      <p:bldP spid="478422" grpId="0" animBg="1"/>
      <p:bldP spid="478424" grpId="0"/>
      <p:bldP spid="478425" grpId="0" animBg="1"/>
      <p:bldP spid="4784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13FC1E-1427-4278-A26B-2EF830A6A3FD}" type="slidenum">
              <a:rPr lang="en-US"/>
              <a:pPr/>
              <a:t>6</a:t>
            </a:fld>
            <a:endParaRPr lang="en-US"/>
          </a:p>
        </p:txBody>
      </p:sp>
      <p:sp>
        <p:nvSpPr>
          <p:cNvPr id="558082" name="Line 2"/>
          <p:cNvSpPr>
            <a:spLocks noChangeShapeType="1"/>
          </p:cNvSpPr>
          <p:nvPr/>
        </p:nvSpPr>
        <p:spPr bwMode="auto">
          <a:xfrm>
            <a:off x="4849813" y="5121275"/>
            <a:ext cx="0" cy="388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83" name="AutoShape 3"/>
          <p:cNvSpPr>
            <a:spLocks noChangeArrowheads="1"/>
          </p:cNvSpPr>
          <p:nvPr/>
        </p:nvSpPr>
        <p:spPr bwMode="auto">
          <a:xfrm>
            <a:off x="3248025" y="1373188"/>
            <a:ext cx="1771650" cy="2990850"/>
          </a:xfrm>
          <a:prstGeom prst="roundRect">
            <a:avLst>
              <a:gd name="adj" fmla="val 4681"/>
            </a:avLst>
          </a:prstGeom>
          <a:solidFill>
            <a:srgbClr val="DDDDDD">
              <a:alpha val="89000"/>
            </a:srgbClr>
          </a:solidFill>
          <a:ln w="19050" algn="ctr">
            <a:noFill/>
            <a:round/>
            <a:headEnd/>
            <a:tailEnd/>
          </a:ln>
          <a:effectLst/>
        </p:spPr>
        <p:txBody>
          <a:bodyPr lIns="93600" tIns="46493" rIns="92985" bIns="46493"/>
          <a:lstStyle/>
          <a:p>
            <a:pPr marL="173038" indent="-173038"/>
            <a:endParaRPr lang="en-GB" sz="1600">
              <a:solidFill>
                <a:schemeClr val="tx2"/>
              </a:solidFill>
            </a:endParaRPr>
          </a:p>
        </p:txBody>
      </p:sp>
      <p:sp>
        <p:nvSpPr>
          <p:cNvPr id="558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da solução – </a:t>
            </a:r>
            <a:r>
              <a:rPr lang="pt-BR" i="1" dirty="0" smtClean="0"/>
              <a:t>Configurador Kenan</a:t>
            </a:r>
            <a:endParaRPr lang="pt-BR" i="1" dirty="0"/>
          </a:p>
        </p:txBody>
      </p:sp>
      <p:sp>
        <p:nvSpPr>
          <p:cNvPr id="558085" name="AutoShape 5"/>
          <p:cNvSpPr>
            <a:spLocks noChangeArrowheads="1"/>
          </p:cNvSpPr>
          <p:nvPr/>
        </p:nvSpPr>
        <p:spPr bwMode="auto">
          <a:xfrm>
            <a:off x="6097588" y="2420938"/>
            <a:ext cx="1225550" cy="796925"/>
          </a:xfrm>
          <a:prstGeom prst="can">
            <a:avLst>
              <a:gd name="adj" fmla="val 13866"/>
            </a:avLst>
          </a:prstGeom>
          <a:solidFill>
            <a:srgbClr val="339966"/>
          </a:soli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Repositório de modelos de configuração</a:t>
            </a:r>
          </a:p>
        </p:txBody>
      </p:sp>
      <p:sp>
        <p:nvSpPr>
          <p:cNvPr id="558086" name="AutoShape 6"/>
          <p:cNvSpPr>
            <a:spLocks noChangeArrowheads="1"/>
          </p:cNvSpPr>
          <p:nvPr/>
        </p:nvSpPr>
        <p:spPr bwMode="auto">
          <a:xfrm>
            <a:off x="3440113" y="1465263"/>
            <a:ext cx="1406525" cy="730250"/>
          </a:xfrm>
          <a:prstGeom prst="roundRect">
            <a:avLst>
              <a:gd name="adj" fmla="val 18833"/>
            </a:avLst>
          </a:prstGeom>
          <a:gradFill rotWithShape="1">
            <a:gsLst>
              <a:gs pos="0">
                <a:srgbClr val="97ABC0">
                  <a:gamma/>
                  <a:shade val="76471"/>
                  <a:invGamma/>
                </a:srgbClr>
              </a:gs>
              <a:gs pos="50000">
                <a:srgbClr val="97ABC0"/>
              </a:gs>
              <a:gs pos="100000">
                <a:srgbClr val="97ABC0">
                  <a:gamma/>
                  <a:shade val="76471"/>
                  <a:invGamma/>
                </a:srgbClr>
              </a:gs>
            </a:gsLst>
            <a:lin ang="0" scaled="1"/>
          </a:gradFill>
          <a:ln w="31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1600" b="1">
                <a:solidFill>
                  <a:schemeClr val="bg1"/>
                </a:solidFill>
                <a:cs typeface="Arial" charset="0"/>
              </a:rPr>
              <a:t>Web Services</a:t>
            </a:r>
          </a:p>
        </p:txBody>
      </p:sp>
      <p:sp>
        <p:nvSpPr>
          <p:cNvPr id="558087" name="AutoShape 7"/>
          <p:cNvSpPr>
            <a:spLocks noChangeArrowheads="1"/>
          </p:cNvSpPr>
          <p:nvPr/>
        </p:nvSpPr>
        <p:spPr bwMode="auto">
          <a:xfrm>
            <a:off x="3443288" y="2428875"/>
            <a:ext cx="1406525" cy="730250"/>
          </a:xfrm>
          <a:prstGeom prst="roundRect">
            <a:avLst>
              <a:gd name="adj" fmla="val 18833"/>
            </a:avLst>
          </a:prstGeom>
          <a:gradFill rotWithShape="1">
            <a:gsLst>
              <a:gs pos="0">
                <a:srgbClr val="97ABC0">
                  <a:gamma/>
                  <a:shade val="76471"/>
                  <a:invGamma/>
                </a:srgbClr>
              </a:gs>
              <a:gs pos="50000">
                <a:srgbClr val="97ABC0"/>
              </a:gs>
              <a:gs pos="100000">
                <a:srgbClr val="97ABC0">
                  <a:gamma/>
                  <a:shade val="76471"/>
                  <a:invGamma/>
                </a:srgbClr>
              </a:gs>
            </a:gsLst>
            <a:lin ang="0" scaled="1"/>
          </a:gradFill>
          <a:ln w="31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Camada de validação e tranformação de modelos</a:t>
            </a:r>
          </a:p>
        </p:txBody>
      </p:sp>
      <p:sp>
        <p:nvSpPr>
          <p:cNvPr id="558088" name="Text Box 8"/>
          <p:cNvSpPr txBox="1">
            <a:spLocks noChangeArrowheads="1"/>
          </p:cNvSpPr>
          <p:nvPr/>
        </p:nvSpPr>
        <p:spPr bwMode="auto">
          <a:xfrm>
            <a:off x="3560763" y="2266950"/>
            <a:ext cx="396875" cy="1825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200"/>
              <a:t>XML</a:t>
            </a:r>
            <a:endParaRPr lang="en-US" sz="1200"/>
          </a:p>
        </p:txBody>
      </p:sp>
      <p:sp>
        <p:nvSpPr>
          <p:cNvPr id="558089" name="Line 9"/>
          <p:cNvSpPr>
            <a:spLocks noChangeShapeType="1"/>
          </p:cNvSpPr>
          <p:nvPr/>
        </p:nvSpPr>
        <p:spPr bwMode="auto">
          <a:xfrm>
            <a:off x="5073650" y="2722563"/>
            <a:ext cx="827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90" name="Line 10"/>
          <p:cNvSpPr>
            <a:spLocks noChangeShapeType="1"/>
          </p:cNvSpPr>
          <p:nvPr/>
        </p:nvSpPr>
        <p:spPr bwMode="auto">
          <a:xfrm>
            <a:off x="5075238" y="2901950"/>
            <a:ext cx="827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91" name="AutoShape 11"/>
          <p:cNvSpPr>
            <a:spLocks noChangeArrowheads="1"/>
          </p:cNvSpPr>
          <p:nvPr/>
        </p:nvSpPr>
        <p:spPr bwMode="auto">
          <a:xfrm>
            <a:off x="3433763" y="3432175"/>
            <a:ext cx="1406525" cy="730250"/>
          </a:xfrm>
          <a:prstGeom prst="roundRect">
            <a:avLst>
              <a:gd name="adj" fmla="val 18833"/>
            </a:avLst>
          </a:prstGeom>
          <a:gradFill rotWithShape="1">
            <a:gsLst>
              <a:gs pos="0">
                <a:srgbClr val="97ABC0">
                  <a:gamma/>
                  <a:shade val="76471"/>
                  <a:invGamma/>
                </a:srgbClr>
              </a:gs>
              <a:gs pos="50000">
                <a:srgbClr val="97ABC0"/>
              </a:gs>
              <a:gs pos="100000">
                <a:srgbClr val="97ABC0">
                  <a:gamma/>
                  <a:shade val="76471"/>
                  <a:invGamma/>
                </a:srgbClr>
              </a:gs>
            </a:gsLst>
            <a:lin ang="0" scaled="1"/>
          </a:gradFill>
          <a:ln w="31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1600" b="1">
                <a:solidFill>
                  <a:schemeClr val="bg1"/>
                </a:solidFill>
                <a:cs typeface="Arial" charset="0"/>
              </a:rPr>
              <a:t>Regras de negócio</a:t>
            </a:r>
          </a:p>
        </p:txBody>
      </p:sp>
      <p:sp>
        <p:nvSpPr>
          <p:cNvPr id="558092" name="Line 12"/>
          <p:cNvSpPr>
            <a:spLocks noChangeShapeType="1"/>
          </p:cNvSpPr>
          <p:nvPr/>
        </p:nvSpPr>
        <p:spPr bwMode="auto">
          <a:xfrm>
            <a:off x="3475038" y="5118100"/>
            <a:ext cx="0" cy="388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93" name="AutoShape 13"/>
          <p:cNvSpPr>
            <a:spLocks noChangeArrowheads="1"/>
          </p:cNvSpPr>
          <p:nvPr/>
        </p:nvSpPr>
        <p:spPr bwMode="auto">
          <a:xfrm>
            <a:off x="2679700" y="4854575"/>
            <a:ext cx="3022600" cy="371475"/>
          </a:xfrm>
          <a:prstGeom prst="roundRect">
            <a:avLst>
              <a:gd name="adj" fmla="val 18347"/>
            </a:avLst>
          </a:prstGeom>
          <a:gradFill rotWithShape="1">
            <a:gsLst>
              <a:gs pos="0">
                <a:srgbClr val="3399CC"/>
              </a:gs>
              <a:gs pos="100000">
                <a:srgbClr val="DDDDDD"/>
              </a:gs>
            </a:gsLst>
            <a:lin ang="5400000" scaled="1"/>
          </a:gra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400" b="1">
                <a:solidFill>
                  <a:schemeClr val="bg1"/>
                </a:solidFill>
                <a:cs typeface="Arial" charset="0"/>
              </a:rPr>
              <a:t>API TS</a:t>
            </a:r>
          </a:p>
        </p:txBody>
      </p:sp>
      <p:sp>
        <p:nvSpPr>
          <p:cNvPr id="558094" name="Line 14"/>
          <p:cNvSpPr>
            <a:spLocks noChangeShapeType="1"/>
          </p:cNvSpPr>
          <p:nvPr/>
        </p:nvSpPr>
        <p:spPr bwMode="auto">
          <a:xfrm>
            <a:off x="4108450" y="2266950"/>
            <a:ext cx="0" cy="11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95" name="Line 15"/>
          <p:cNvSpPr>
            <a:spLocks noChangeShapeType="1"/>
          </p:cNvSpPr>
          <p:nvPr/>
        </p:nvSpPr>
        <p:spPr bwMode="auto">
          <a:xfrm>
            <a:off x="4097338" y="3246438"/>
            <a:ext cx="0" cy="112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96" name="Line 16"/>
          <p:cNvSpPr>
            <a:spLocks noChangeShapeType="1"/>
          </p:cNvSpPr>
          <p:nvPr/>
        </p:nvSpPr>
        <p:spPr bwMode="auto">
          <a:xfrm>
            <a:off x="4133850" y="4432300"/>
            <a:ext cx="0" cy="388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097" name="AutoShape 17"/>
          <p:cNvSpPr>
            <a:spLocks noChangeArrowheads="1"/>
          </p:cNvSpPr>
          <p:nvPr/>
        </p:nvSpPr>
        <p:spPr bwMode="auto">
          <a:xfrm>
            <a:off x="4325938" y="5567363"/>
            <a:ext cx="1074737" cy="584200"/>
          </a:xfrm>
          <a:prstGeom prst="can">
            <a:avLst>
              <a:gd name="adj" fmla="val 13866"/>
            </a:avLst>
          </a:prstGeom>
          <a:solidFill>
            <a:srgbClr val="339966"/>
          </a:soli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Configuração customizada</a:t>
            </a:r>
          </a:p>
        </p:txBody>
      </p:sp>
      <p:sp>
        <p:nvSpPr>
          <p:cNvPr id="558098" name="AutoShape 18"/>
          <p:cNvSpPr>
            <a:spLocks noChangeArrowheads="1"/>
          </p:cNvSpPr>
          <p:nvPr/>
        </p:nvSpPr>
        <p:spPr bwMode="auto">
          <a:xfrm>
            <a:off x="2938463" y="5572125"/>
            <a:ext cx="1074737" cy="584200"/>
          </a:xfrm>
          <a:prstGeom prst="can">
            <a:avLst>
              <a:gd name="adj" fmla="val 13866"/>
            </a:avLst>
          </a:prstGeom>
          <a:solidFill>
            <a:srgbClr val="339966"/>
          </a:soli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200" b="1">
                <a:solidFill>
                  <a:schemeClr val="bg1"/>
                </a:solidFill>
                <a:cs typeface="Arial" charset="0"/>
              </a:rPr>
              <a:t>Configuração Core</a:t>
            </a:r>
          </a:p>
        </p:txBody>
      </p:sp>
      <p:sp>
        <p:nvSpPr>
          <p:cNvPr id="558099" name="Line 19"/>
          <p:cNvSpPr>
            <a:spLocks noChangeShapeType="1"/>
          </p:cNvSpPr>
          <p:nvPr/>
        </p:nvSpPr>
        <p:spPr bwMode="auto">
          <a:xfrm>
            <a:off x="1290638" y="1803400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558100" name="Text Box 20"/>
          <p:cNvSpPr txBox="1">
            <a:spLocks noChangeArrowheads="1"/>
          </p:cNvSpPr>
          <p:nvPr/>
        </p:nvSpPr>
        <p:spPr bwMode="auto">
          <a:xfrm>
            <a:off x="1223963" y="1901825"/>
            <a:ext cx="1976437" cy="730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pt-BR" sz="1200"/>
              <a:t>Solicitação de criação de configuração baseado em um dos modelos pré-definidos</a:t>
            </a:r>
            <a:endParaRPr lang="en-US" sz="1200"/>
          </a:p>
        </p:txBody>
      </p:sp>
      <p:sp>
        <p:nvSpPr>
          <p:cNvPr id="558101" name="Text Box 21"/>
          <p:cNvSpPr txBox="1">
            <a:spLocks noChangeArrowheads="1"/>
          </p:cNvSpPr>
          <p:nvPr/>
        </p:nvSpPr>
        <p:spPr bwMode="auto">
          <a:xfrm>
            <a:off x="3306763" y="6202363"/>
            <a:ext cx="1676400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pt-BR" sz="1500" i="1"/>
              <a:t>Ambiente Produção</a:t>
            </a:r>
            <a:endParaRPr lang="en-US" sz="1500" i="1"/>
          </a:p>
        </p:txBody>
      </p:sp>
      <p:sp>
        <p:nvSpPr>
          <p:cNvPr id="558102" name="AutoShape 22"/>
          <p:cNvSpPr>
            <a:spLocks noChangeArrowheads="1"/>
          </p:cNvSpPr>
          <p:nvPr/>
        </p:nvSpPr>
        <p:spPr bwMode="auto">
          <a:xfrm>
            <a:off x="250825" y="1414463"/>
            <a:ext cx="1093788" cy="284162"/>
          </a:xfrm>
          <a:prstGeom prst="roundRect">
            <a:avLst>
              <a:gd name="adj" fmla="val 18347"/>
            </a:avLst>
          </a:prstGeom>
          <a:gradFill rotWithShape="1">
            <a:gsLst>
              <a:gs pos="0">
                <a:srgbClr val="3399CC"/>
              </a:gs>
              <a:gs pos="100000">
                <a:srgbClr val="DDDDDD"/>
              </a:gs>
            </a:gsLst>
            <a:lin ang="5400000" scaled="1"/>
          </a:gradFill>
          <a:ln w="317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spcBef>
                <a:spcPct val="30000"/>
              </a:spcBef>
            </a:pPr>
            <a:r>
              <a:rPr lang="en-US" sz="1400" b="1">
                <a:solidFill>
                  <a:schemeClr val="bg1"/>
                </a:solidFill>
                <a:cs typeface="Arial" charset="0"/>
              </a:rPr>
              <a:t>Barramento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55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5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5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5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5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58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58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5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1000"/>
                                        <p:tgtEl>
                                          <p:spTgt spid="55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1000"/>
                                        <p:tgtEl>
                                          <p:spTgt spid="5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58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58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5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5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5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5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2" grpId="0" animBg="1"/>
      <p:bldP spid="558083" grpId="0" animBg="1"/>
      <p:bldP spid="558085" grpId="0" animBg="1"/>
      <p:bldP spid="558086" grpId="0" animBg="1"/>
      <p:bldP spid="558087" grpId="0" animBg="1"/>
      <p:bldP spid="558088" grpId="0"/>
      <p:bldP spid="558089" grpId="0" animBg="1"/>
      <p:bldP spid="558090" grpId="0" animBg="1"/>
      <p:bldP spid="558091" grpId="0" animBg="1"/>
      <p:bldP spid="558092" grpId="0" animBg="1"/>
      <p:bldP spid="558093" grpId="0" animBg="1"/>
      <p:bldP spid="558094" grpId="0" animBg="1"/>
      <p:bldP spid="558095" grpId="0" animBg="1"/>
      <p:bldP spid="558096" grpId="0" animBg="1"/>
      <p:bldP spid="558097" grpId="0" animBg="1"/>
      <p:bldP spid="558098" grpId="0" animBg="1"/>
      <p:bldP spid="558099" grpId="0" animBg="1"/>
      <p:bldP spid="558100" grpId="0"/>
      <p:bldP spid="558101" grpId="0"/>
      <p:bldP spid="5581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581FC-DCEB-40F3-B9CE-DB6929FD5AC0}" type="slidenum">
              <a:rPr lang="en-US"/>
              <a:pPr/>
              <a:t>7</a:t>
            </a:fld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da solução - </a:t>
            </a:r>
            <a:r>
              <a:rPr lang="pt-BR" i="1" dirty="0"/>
              <a:t>Características </a:t>
            </a:r>
            <a:r>
              <a:rPr lang="pt-BR" i="1" dirty="0" smtClean="0"/>
              <a:t>Configurador Kenan </a:t>
            </a:r>
            <a:endParaRPr lang="pt-BR" i="1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5175" y="1155700"/>
            <a:ext cx="7618413" cy="498792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Configuração baseada em </a:t>
            </a:r>
            <a:r>
              <a:rPr lang="pt-BR" sz="2000" i="1"/>
              <a:t>modelos de configuração</a:t>
            </a:r>
            <a:r>
              <a:rPr lang="pt-BR" sz="2000"/>
              <a:t>  pré-definidos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Geração de </a:t>
            </a:r>
            <a:r>
              <a:rPr lang="pt-BR" sz="2000" i="1"/>
              <a:t>Templates de benefícios</a:t>
            </a:r>
            <a:r>
              <a:rPr lang="pt-BR" sz="2000"/>
              <a:t> para o usuário com base nos </a:t>
            </a:r>
            <a:r>
              <a:rPr lang="pt-BR" sz="2000" i="1"/>
              <a:t>modelos de configuração</a:t>
            </a:r>
            <a:r>
              <a:rPr lang="pt-BR" sz="2000"/>
              <a:t>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Baixo risco de falhas de configuração pelo fato de ser sempre gerada a mesma configuração por modelo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Arquitetura aderente ao Kenan FX com utilização de API/TS e tecnologia Java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A configuração no Kenan é dividida em parte </a:t>
            </a:r>
            <a:r>
              <a:rPr lang="pt-BR" sz="2000" i="1"/>
              <a:t>Core</a:t>
            </a:r>
            <a:r>
              <a:rPr lang="pt-BR" sz="2000"/>
              <a:t> e </a:t>
            </a:r>
            <a:r>
              <a:rPr lang="pt-BR" sz="2000" i="1"/>
              <a:t>Não Core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A configuração da parte </a:t>
            </a:r>
            <a:r>
              <a:rPr lang="pt-BR" sz="2000" i="1"/>
              <a:t>Não Core</a:t>
            </a:r>
            <a:r>
              <a:rPr lang="pt-BR" sz="2000"/>
              <a:t> é controlada através de um parâmetro no arquivo de configuração ( será mais detalhado a frente) e é feita através de procedures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A conexão via API/TS usa a password configurada no arquivo .arborpw.apits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4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4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4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64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64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6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64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64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64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64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64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4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64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64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64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64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91DFF-F375-4ED0-BCC2-77CE24B606CB}" type="slidenum">
              <a:rPr lang="en-US"/>
              <a:pPr/>
              <a:t>8</a:t>
            </a:fld>
            <a:endParaRPr lang="en-US"/>
          </a:p>
        </p:txBody>
      </p:sp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Arquitetura da solução – </a:t>
            </a:r>
            <a:r>
              <a:rPr lang="pt-BR" i="1"/>
              <a:t>Web Services de criação de configuração</a:t>
            </a:r>
          </a:p>
        </p:txBody>
      </p:sp>
      <p:graphicFrame>
        <p:nvGraphicFramePr>
          <p:cNvPr id="560131" name="Group 3"/>
          <p:cNvGraphicFramePr>
            <a:graphicFrameLocks noGrp="1"/>
          </p:cNvGraphicFramePr>
          <p:nvPr>
            <p:ph sz="half" idx="1"/>
          </p:nvPr>
        </p:nvGraphicFramePr>
        <p:xfrm>
          <a:off x="722313" y="1819275"/>
          <a:ext cx="8116887" cy="1519238"/>
        </p:xfrm>
        <a:graphic>
          <a:graphicData uri="http://schemas.openxmlformats.org/drawingml/2006/table">
            <a:tbl>
              <a:tblPr/>
              <a:tblGrid>
                <a:gridCol w="1525587"/>
                <a:gridCol w="1639888"/>
                <a:gridCol w="1776412"/>
                <a:gridCol w="3175000"/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Parâmetro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Tipo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Obrigatório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Message_Id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String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único da mensagem.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Model_Id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iInteger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do Modelo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525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Request_Message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String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XML de entrada para o modelo correspondente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0158" name="Rectangle 30"/>
          <p:cNvSpPr>
            <a:spLocks noChangeArrowheads="1"/>
          </p:cNvSpPr>
          <p:nvPr/>
        </p:nvSpPr>
        <p:spPr bwMode="auto">
          <a:xfrm>
            <a:off x="381000" y="1290638"/>
            <a:ext cx="779938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Symbol" pitchFamily="18" charset="2"/>
              <a:buChar char="·"/>
            </a:pPr>
            <a:r>
              <a:rPr lang="pt-BR" sz="2000">
                <a:solidFill>
                  <a:srgbClr val="000000"/>
                </a:solidFill>
              </a:rPr>
              <a:t> Parâmetros de Entrada:</a:t>
            </a:r>
          </a:p>
        </p:txBody>
      </p:sp>
      <p:sp>
        <p:nvSpPr>
          <p:cNvPr id="560159" name="Rectangle 31"/>
          <p:cNvSpPr>
            <a:spLocks noChangeArrowheads="1"/>
          </p:cNvSpPr>
          <p:nvPr/>
        </p:nvSpPr>
        <p:spPr bwMode="auto">
          <a:xfrm>
            <a:off x="487363" y="3648075"/>
            <a:ext cx="7799387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Symbol" pitchFamily="18" charset="2"/>
              <a:buChar char="·"/>
            </a:pPr>
            <a:r>
              <a:rPr lang="pt-BR" sz="2000">
                <a:solidFill>
                  <a:srgbClr val="000000"/>
                </a:solidFill>
              </a:rPr>
              <a:t> Parâmetros de Saída:</a:t>
            </a:r>
          </a:p>
        </p:txBody>
      </p:sp>
      <p:graphicFrame>
        <p:nvGraphicFramePr>
          <p:cNvPr id="560160" name="Group 32"/>
          <p:cNvGraphicFramePr>
            <a:graphicFrameLocks noGrp="1"/>
          </p:cNvGraphicFramePr>
          <p:nvPr>
            <p:ph sz="half" idx="2"/>
          </p:nvPr>
        </p:nvGraphicFramePr>
        <p:xfrm>
          <a:off x="727075" y="4038600"/>
          <a:ext cx="8112125" cy="1965008"/>
        </p:xfrm>
        <a:graphic>
          <a:graphicData uri="http://schemas.openxmlformats.org/drawingml/2006/table">
            <a:tbl>
              <a:tblPr/>
              <a:tblGrid>
                <a:gridCol w="1604963"/>
                <a:gridCol w="1508125"/>
                <a:gridCol w="1687512"/>
                <a:gridCol w="3311525"/>
              </a:tblGrid>
              <a:tr h="153988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Parâmetro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Tipo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Obrigatório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Message_Id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String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único da mensagem.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7538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Response_Message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String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XML de saída para o modelo correspondente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Error_Number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Integer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Retornará “0” (zero) caso operação seja finalizada com sucesso ou um código de erro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Error_Message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String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Sim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 do erro ou mensagem “sucesso” em caso de execução OK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A5C4B-FB33-4030-9C64-2E4F914BFBDB}" type="slidenum">
              <a:rPr lang="en-US"/>
              <a:pPr/>
              <a:t>9</a:t>
            </a:fld>
            <a:endParaRPr lang="en-US"/>
          </a:p>
        </p:txBody>
      </p:sp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Arquitetura da solução – </a:t>
            </a:r>
            <a:r>
              <a:rPr lang="pt-BR" i="1"/>
              <a:t>Web Services de criação de configuração</a:t>
            </a:r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04900"/>
            <a:ext cx="8637588" cy="5178425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pt-BR" sz="1600"/>
              <a:t>Este Web Service, receberá um XML de entrada e executará as seguintes etapas de execução e validação :</a:t>
            </a:r>
          </a:p>
          <a:p>
            <a:pPr lvl="2">
              <a:lnSpc>
                <a:spcPct val="90000"/>
              </a:lnSpc>
            </a:pPr>
            <a:r>
              <a:rPr lang="pt-BR" sz="1400"/>
              <a:t>Verificará na tabela CONF_MESSAGES se o parâmetro </a:t>
            </a:r>
            <a:r>
              <a:rPr lang="pt-BR" sz="1400" i="1"/>
              <a:t>message_id</a:t>
            </a:r>
            <a:r>
              <a:rPr lang="pt-BR" sz="1400"/>
              <a:t> enviado, o qual identifica unicamente a operação de configuração, já foi processado antes e qual sua ação e status. Na tabela CONF_MESSAGE este parâmetro será armazenado no campo </a:t>
            </a:r>
            <a:r>
              <a:rPr lang="pt-BR" sz="1400" i="1"/>
              <a:t>client_msg_id</a:t>
            </a:r>
            <a:r>
              <a:rPr lang="pt-BR" sz="1400"/>
              <a:t>.</a:t>
            </a:r>
          </a:p>
          <a:p>
            <a:pPr lvl="2">
              <a:lnSpc>
                <a:spcPct val="90000"/>
              </a:lnSpc>
            </a:pPr>
            <a:r>
              <a:rPr lang="pt-BR" sz="1400"/>
              <a:t>Se message_id não existe, o Web Service seguirá com as outras validações.  </a:t>
            </a:r>
          </a:p>
          <a:p>
            <a:pPr lvl="2">
              <a:lnSpc>
                <a:spcPct val="90000"/>
              </a:lnSpc>
            </a:pPr>
            <a:r>
              <a:rPr lang="pt-BR" sz="1400"/>
              <a:t>Se message_id já existe, será analisado o conteúdo das colunas </a:t>
            </a:r>
            <a:r>
              <a:rPr lang="pt-BR" sz="1400" i="1"/>
              <a:t>action</a:t>
            </a:r>
            <a:r>
              <a:rPr lang="pt-BR" sz="1400"/>
              <a:t>  e </a:t>
            </a:r>
            <a:r>
              <a:rPr lang="pt-BR" sz="1400" i="1"/>
              <a:t>status</a:t>
            </a:r>
            <a:r>
              <a:rPr lang="pt-BR" sz="1400"/>
              <a:t> para identificar se será ou não retornado erro.Tabela abaixo descreve as validações considerando as informações destes 2 campos:</a:t>
            </a:r>
            <a:endParaRPr lang="pt-BR" sz="1400" b="1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1">
              <a:lnSpc>
                <a:spcPct val="90000"/>
              </a:lnSpc>
            </a:pPr>
            <a:endParaRPr lang="pt-BR" sz="1600"/>
          </a:p>
          <a:p>
            <a:pPr lvl="2">
              <a:lnSpc>
                <a:spcPct val="90000"/>
              </a:lnSpc>
            </a:pPr>
            <a:r>
              <a:rPr lang="pt-BR" sz="1400"/>
              <a:t>Verificará na tabela CONF_MODEL se o modelo enviado no parâmetro </a:t>
            </a:r>
            <a:r>
              <a:rPr lang="pt-BR" sz="1400" i="1"/>
              <a:t>model_id</a:t>
            </a:r>
            <a:r>
              <a:rPr lang="pt-BR" sz="1400"/>
              <a:t> existe. Caso não exista gerará mensagem de erro de modelo inexistente.</a:t>
            </a:r>
          </a:p>
          <a:p>
            <a:pPr lvl="2">
              <a:lnSpc>
                <a:spcPct val="90000"/>
              </a:lnSpc>
            </a:pPr>
            <a:r>
              <a:rPr lang="pt-BR" sz="1400"/>
              <a:t>Caso todas as validações acima estejam OK, o Web Service gerará um novo registro na tabela CONF_MESSAGES com </a:t>
            </a:r>
            <a:r>
              <a:rPr lang="pt-BR" sz="1400" i="1"/>
              <a:t>status</a:t>
            </a:r>
            <a:r>
              <a:rPr lang="pt-BR" sz="1400"/>
              <a:t> = 0 (“In progress”) e </a:t>
            </a:r>
            <a:r>
              <a:rPr lang="pt-BR" sz="1400" i="1"/>
              <a:t>action </a:t>
            </a:r>
            <a:r>
              <a:rPr lang="pt-BR" sz="1400"/>
              <a:t>=”CREATE” e enviará o XML para a camada de validação  para processamento.  </a:t>
            </a:r>
          </a:p>
          <a:p>
            <a:pPr lvl="2">
              <a:lnSpc>
                <a:spcPct val="90000"/>
              </a:lnSpc>
            </a:pPr>
            <a:r>
              <a:rPr lang="pt-BR" sz="1400"/>
              <a:t>Após término de seu processamento, a camada de validação retornará o código e mensagem com seu status e o Web Service irá propagar esta informação para o barramento.</a:t>
            </a:r>
          </a:p>
        </p:txBody>
      </p:sp>
      <p:graphicFrame>
        <p:nvGraphicFramePr>
          <p:cNvPr id="562180" name="Group 4"/>
          <p:cNvGraphicFramePr>
            <a:graphicFrameLocks noGrp="1"/>
          </p:cNvGraphicFramePr>
          <p:nvPr>
            <p:ph sz="half" idx="2"/>
          </p:nvPr>
        </p:nvGraphicFramePr>
        <p:xfrm>
          <a:off x="889000" y="3165475"/>
          <a:ext cx="7610475" cy="1768475"/>
        </p:xfrm>
        <a:graphic>
          <a:graphicData uri="http://schemas.openxmlformats.org/drawingml/2006/table">
            <a:tbl>
              <a:tblPr/>
              <a:tblGrid>
                <a:gridCol w="1008063"/>
                <a:gridCol w="1619250"/>
                <a:gridCol w="2608262"/>
                <a:gridCol w="237490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Action / Status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0-</a:t>
                      </a:r>
                      <a:r>
                        <a:rPr kumimoji="0" lang="pt-BR" sz="1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 Progress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1-</a:t>
                      </a:r>
                      <a:r>
                        <a:rPr kumimoji="0" lang="pt-BR" sz="1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Sucess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2- </a:t>
                      </a:r>
                      <a:r>
                        <a:rPr kumimoji="0" lang="pt-BR" sz="1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 marL="0" marR="0" lvl="0" indent="0" algn="ctr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CREATE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 </a:t>
                      </a: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 Não pode ser criada uma mensagem que já se encontra em processamento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 </a:t>
                      </a: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 Não pode ser criada uma mensagem que já está criada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OK</a:t>
                      </a: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- Recriar uma mensagem que finalizou em erro em sua última execução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REMOVE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</a:t>
                      </a: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- Não pode ser criada uma mensagem que já se encontra em processamento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OK</a:t>
                      </a: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- Recriar uma mensagem que precisou ser removida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ERROR</a:t>
                      </a: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- Não pode ser recriada uma mensagem que não foi removida com sucesso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07761-B2C1-498A-A178-641113EDC715}" type="slidenum">
              <a:rPr lang="en-US"/>
              <a:pPr/>
              <a:t>10</a:t>
            </a:fld>
            <a:endParaRPr lang="en-US"/>
          </a:p>
        </p:txBody>
      </p:sp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Arquitetura da solução – </a:t>
            </a:r>
            <a:r>
              <a:rPr lang="pt-BR" i="1"/>
              <a:t>Web Services de remoção de configuração</a:t>
            </a:r>
          </a:p>
        </p:txBody>
      </p:sp>
      <p:sp>
        <p:nvSpPr>
          <p:cNvPr id="572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04900"/>
            <a:ext cx="8637588" cy="5178425"/>
          </a:xfrm>
        </p:spPr>
        <p:txBody>
          <a:bodyPr/>
          <a:lstStyle/>
          <a:p>
            <a:pPr marL="344488" lvl="1" indent="-342900">
              <a:lnSpc>
                <a:spcPct val="90000"/>
              </a:lnSpc>
            </a:pPr>
            <a:r>
              <a:rPr lang="pt-BR" sz="1600" dirty="0"/>
              <a:t>Este Web Service, receberá um XML de entrada e executará as seguintes etapas de execução e validação :</a:t>
            </a:r>
          </a:p>
          <a:p>
            <a:pPr marL="579438" lvl="2" indent="-304800">
              <a:lnSpc>
                <a:spcPct val="110000"/>
              </a:lnSpc>
            </a:pPr>
            <a:r>
              <a:rPr lang="pt-BR" sz="1400" dirty="0" smtClean="0"/>
              <a:t>Essa funcionalidade foi alterada para realizar somente a Remoção Lógica e não fisicamente com objetivo de evitar carga  de reprocessamento na arquitetura FX;</a:t>
            </a:r>
            <a:endParaRPr lang="pt-BR" sz="1400" dirty="0"/>
          </a:p>
          <a:p>
            <a:pPr marL="579438" lvl="2" indent="-304800">
              <a:lnSpc>
                <a:spcPct val="110000"/>
              </a:lnSpc>
            </a:pPr>
            <a:r>
              <a:rPr lang="pt-BR" sz="1400" dirty="0" smtClean="0"/>
              <a:t>A mensagem é marcada com status de removida na </a:t>
            </a:r>
            <a:r>
              <a:rPr lang="pt-BR" sz="1400" dirty="0"/>
              <a:t>tabela </a:t>
            </a:r>
            <a:r>
              <a:rPr lang="pt-BR" sz="1400" dirty="0" smtClean="0"/>
              <a:t>CONF_MESSAGES, porém não é removida fisicamente do banco de dados do Kenan FX/BP (ARBOR);</a:t>
            </a:r>
            <a:endParaRPr lang="en-US" sz="1400" dirty="0"/>
          </a:p>
          <a:p>
            <a:pPr marL="579438" lvl="2" indent="-304800">
              <a:lnSpc>
                <a:spcPct val="110000"/>
              </a:lnSpc>
            </a:pPr>
            <a:r>
              <a:rPr lang="pt-BR" sz="1400" dirty="0" smtClean="0"/>
              <a:t>Uma mensagem </a:t>
            </a:r>
            <a:r>
              <a:rPr lang="pt-BR" sz="1400" dirty="0"/>
              <a:t>de </a:t>
            </a:r>
            <a:r>
              <a:rPr lang="pt-BR" sz="1400" dirty="0" smtClean="0"/>
              <a:t>sucesso da operação é retornado pelo </a:t>
            </a:r>
            <a:r>
              <a:rPr lang="pt-BR" sz="1400" dirty="0"/>
              <a:t>Web </a:t>
            </a:r>
            <a:r>
              <a:rPr lang="pt-BR" sz="1400" dirty="0" smtClean="0"/>
              <a:t>Service ao barramento SOA;</a:t>
            </a:r>
          </a:p>
          <a:p>
            <a:pPr marL="579438" lvl="2" indent="-304800">
              <a:lnSpc>
                <a:spcPct val="110000"/>
              </a:lnSpc>
            </a:pPr>
            <a:endParaRPr lang="pt-BR" sz="1400" dirty="0"/>
          </a:p>
          <a:p>
            <a:pPr marL="579438" lvl="2" indent="-304800">
              <a:lnSpc>
                <a:spcPct val="110000"/>
              </a:lnSpc>
            </a:pPr>
            <a:r>
              <a:rPr lang="pt-BR" sz="1400" b="1" i="1" u="sng" dirty="0" smtClean="0"/>
              <a:t>Notas: </a:t>
            </a:r>
          </a:p>
          <a:p>
            <a:pPr marL="579438" lvl="2" indent="-304800">
              <a:lnSpc>
                <a:spcPct val="110000"/>
              </a:lnSpc>
            </a:pPr>
            <a:r>
              <a:rPr lang="pt-BR" sz="1400" dirty="0" smtClean="0"/>
              <a:t>Foram mantidos as mesmas caracteríscas de funcionanmento com uma mensagem de sucesso retornando ao barramento SOA a fim de não gerar impactos para os outros sistemas;</a:t>
            </a:r>
          </a:p>
          <a:p>
            <a:pPr marL="579438" lvl="2" indent="-304800">
              <a:lnSpc>
                <a:spcPct val="110000"/>
              </a:lnSpc>
            </a:pPr>
            <a:r>
              <a:rPr lang="pt-BR" sz="1400" dirty="0" smtClean="0"/>
              <a:t>A remoção fisíca se necessária, pode ser realizada através um processo batch. Porém, históricamente essa funcionalidade nunca foi utilizada;</a:t>
            </a:r>
          </a:p>
          <a:p>
            <a:pPr marL="579438" lvl="2" indent="-304800">
              <a:lnSpc>
                <a:spcPct val="110000"/>
              </a:lnSpc>
            </a:pPr>
            <a:endParaRPr lang="pt-BR" sz="1400" dirty="0"/>
          </a:p>
          <a:p>
            <a:pPr marL="344488" lvl="1" indent="-342900">
              <a:lnSpc>
                <a:spcPct val="90000"/>
              </a:lnSpc>
            </a:pPr>
            <a:endParaRPr lang="pt-BR" sz="1600" dirty="0"/>
          </a:p>
          <a:p>
            <a:pPr marL="344488" lvl="1" indent="-342900">
              <a:lnSpc>
                <a:spcPct val="90000"/>
              </a:lnSpc>
            </a:pPr>
            <a:endParaRPr lang="pt-BR" sz="1600" dirty="0"/>
          </a:p>
          <a:p>
            <a:pPr marL="344488" lvl="1" indent="-342900">
              <a:lnSpc>
                <a:spcPct val="90000"/>
              </a:lnSpc>
            </a:pPr>
            <a:endParaRPr lang="pt-BR" sz="1600" dirty="0"/>
          </a:p>
          <a:p>
            <a:pPr marL="344488" lvl="1" indent="-342900">
              <a:lnSpc>
                <a:spcPct val="90000"/>
              </a:lnSpc>
            </a:pPr>
            <a:endParaRPr lang="pt-BR" sz="16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C92489-BF71-4D96-B78B-A830537CAB92}" type="slidenum">
              <a:rPr lang="en-US"/>
              <a:pPr/>
              <a:t>11</a:t>
            </a:fld>
            <a:endParaRPr lang="en-US"/>
          </a:p>
        </p:txBody>
      </p:sp>
      <p:pic>
        <p:nvPicPr>
          <p:cNvPr id="568322" name="Picture 2" descr="Set-5-00102"/>
          <p:cNvPicPr>
            <a:picLocks noChangeAspect="1" noChangeArrowheads="1"/>
          </p:cNvPicPr>
          <p:nvPr/>
        </p:nvPicPr>
        <p:blipFill>
          <a:blip r:embed="rId3" cstate="print"/>
          <a:srcRect l="20557" t="5774" r="13904" b="237"/>
          <a:stretch>
            <a:fillRect/>
          </a:stretch>
        </p:blipFill>
        <p:spPr bwMode="auto">
          <a:xfrm>
            <a:off x="5908675" y="658813"/>
            <a:ext cx="3248025" cy="6213475"/>
          </a:xfrm>
          <a:prstGeom prst="rect">
            <a:avLst/>
          </a:prstGeom>
          <a:noFill/>
        </p:spPr>
      </p:pic>
      <p:sp>
        <p:nvSpPr>
          <p:cNvPr id="568323" name="Rectangle 3"/>
          <p:cNvSpPr>
            <a:spLocks noChangeArrowheads="1"/>
          </p:cNvSpPr>
          <p:nvPr/>
        </p:nvSpPr>
        <p:spPr bwMode="auto">
          <a:xfrm>
            <a:off x="1543050" y="0"/>
            <a:ext cx="4859338" cy="685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grpSp>
        <p:nvGrpSpPr>
          <p:cNvPr id="568324" name="Group 4"/>
          <p:cNvGrpSpPr>
            <a:grpSpLocks/>
          </p:cNvGrpSpPr>
          <p:nvPr/>
        </p:nvGrpSpPr>
        <p:grpSpPr bwMode="auto">
          <a:xfrm rot="16200000">
            <a:off x="-736600" y="1990725"/>
            <a:ext cx="3022600" cy="965200"/>
            <a:chOff x="126" y="2035"/>
            <a:chExt cx="4129" cy="1319"/>
          </a:xfrm>
        </p:grpSpPr>
        <p:sp>
          <p:nvSpPr>
            <p:cNvPr id="568325" name="Freeform 5"/>
            <p:cNvSpPr>
              <a:spLocks noEditPoints="1"/>
            </p:cNvSpPr>
            <p:nvPr/>
          </p:nvSpPr>
          <p:spPr bwMode="auto">
            <a:xfrm>
              <a:off x="126" y="2161"/>
              <a:ext cx="770" cy="911"/>
            </a:xfrm>
            <a:custGeom>
              <a:avLst/>
              <a:gdLst/>
              <a:ahLst/>
              <a:cxnLst>
                <a:cxn ang="0">
                  <a:pos x="892" y="2491"/>
                </a:cxn>
                <a:cxn ang="0">
                  <a:pos x="811" y="1876"/>
                </a:cxn>
                <a:cxn ang="0">
                  <a:pos x="730" y="1261"/>
                </a:cxn>
                <a:cxn ang="0">
                  <a:pos x="689" y="952"/>
                </a:cxn>
                <a:cxn ang="0">
                  <a:pos x="651" y="643"/>
                </a:cxn>
                <a:cxn ang="0">
                  <a:pos x="612" y="334"/>
                </a:cxn>
                <a:cxn ang="0">
                  <a:pos x="574" y="25"/>
                </a:cxn>
                <a:cxn ang="0">
                  <a:pos x="563" y="0"/>
                </a:cxn>
                <a:cxn ang="0">
                  <a:pos x="458" y="6"/>
                </a:cxn>
                <a:cxn ang="0">
                  <a:pos x="354" y="9"/>
                </a:cxn>
                <a:cxn ang="0">
                  <a:pos x="343" y="34"/>
                </a:cxn>
                <a:cxn ang="0">
                  <a:pos x="326" y="171"/>
                </a:cxn>
                <a:cxn ang="0">
                  <a:pos x="308" y="309"/>
                </a:cxn>
                <a:cxn ang="0">
                  <a:pos x="291" y="443"/>
                </a:cxn>
                <a:cxn ang="0">
                  <a:pos x="272" y="577"/>
                </a:cxn>
                <a:cxn ang="0">
                  <a:pos x="235" y="846"/>
                </a:cxn>
                <a:cxn ang="0">
                  <a:pos x="196" y="1114"/>
                </a:cxn>
                <a:cxn ang="0">
                  <a:pos x="98" y="1807"/>
                </a:cxn>
                <a:cxn ang="0">
                  <a:pos x="0" y="2500"/>
                </a:cxn>
                <a:cxn ang="0">
                  <a:pos x="6" y="2525"/>
                </a:cxn>
                <a:cxn ang="0">
                  <a:pos x="44" y="2522"/>
                </a:cxn>
                <a:cxn ang="0">
                  <a:pos x="82" y="2519"/>
                </a:cxn>
                <a:cxn ang="0">
                  <a:pos x="157" y="2516"/>
                </a:cxn>
                <a:cxn ang="0">
                  <a:pos x="167" y="2491"/>
                </a:cxn>
                <a:cxn ang="0">
                  <a:pos x="209" y="2123"/>
                </a:cxn>
                <a:cxn ang="0">
                  <a:pos x="231" y="1941"/>
                </a:cxn>
                <a:cxn ang="0">
                  <a:pos x="254" y="1757"/>
                </a:cxn>
                <a:cxn ang="0">
                  <a:pos x="345" y="1754"/>
                </a:cxn>
                <a:cxn ang="0">
                  <a:pos x="436" y="1751"/>
                </a:cxn>
                <a:cxn ang="0">
                  <a:pos x="527" y="1754"/>
                </a:cxn>
                <a:cxn ang="0">
                  <a:pos x="620" y="1757"/>
                </a:cxn>
                <a:cxn ang="0">
                  <a:pos x="663" y="2132"/>
                </a:cxn>
                <a:cxn ang="0">
                  <a:pos x="706" y="2503"/>
                </a:cxn>
                <a:cxn ang="0">
                  <a:pos x="716" y="2528"/>
                </a:cxn>
                <a:cxn ang="0">
                  <a:pos x="801" y="2522"/>
                </a:cxn>
                <a:cxn ang="0">
                  <a:pos x="843" y="2519"/>
                </a:cxn>
                <a:cxn ang="0">
                  <a:pos x="887" y="2519"/>
                </a:cxn>
                <a:cxn ang="0">
                  <a:pos x="892" y="2491"/>
                </a:cxn>
                <a:cxn ang="0">
                  <a:pos x="585" y="1470"/>
                </a:cxn>
                <a:cxn ang="0">
                  <a:pos x="512" y="1473"/>
                </a:cxn>
                <a:cxn ang="0">
                  <a:pos x="438" y="1473"/>
                </a:cxn>
                <a:cxn ang="0">
                  <a:pos x="364" y="1473"/>
                </a:cxn>
                <a:cxn ang="0">
                  <a:pos x="290" y="1470"/>
                </a:cxn>
                <a:cxn ang="0">
                  <a:pos x="445" y="271"/>
                </a:cxn>
                <a:cxn ang="0">
                  <a:pos x="585" y="1470"/>
                </a:cxn>
              </a:cxnLst>
              <a:rect l="0" t="0" r="r" b="b"/>
              <a:pathLst>
                <a:path w="892" h="2528">
                  <a:moveTo>
                    <a:pt x="892" y="2491"/>
                  </a:moveTo>
                  <a:lnTo>
                    <a:pt x="811" y="1876"/>
                  </a:lnTo>
                  <a:lnTo>
                    <a:pt x="730" y="1261"/>
                  </a:lnTo>
                  <a:lnTo>
                    <a:pt x="689" y="952"/>
                  </a:lnTo>
                  <a:lnTo>
                    <a:pt x="651" y="643"/>
                  </a:lnTo>
                  <a:lnTo>
                    <a:pt x="612" y="334"/>
                  </a:lnTo>
                  <a:lnTo>
                    <a:pt x="574" y="25"/>
                  </a:lnTo>
                  <a:lnTo>
                    <a:pt x="563" y="0"/>
                  </a:lnTo>
                  <a:lnTo>
                    <a:pt x="458" y="6"/>
                  </a:lnTo>
                  <a:lnTo>
                    <a:pt x="354" y="9"/>
                  </a:lnTo>
                  <a:lnTo>
                    <a:pt x="343" y="34"/>
                  </a:lnTo>
                  <a:lnTo>
                    <a:pt x="326" y="171"/>
                  </a:lnTo>
                  <a:lnTo>
                    <a:pt x="308" y="309"/>
                  </a:lnTo>
                  <a:lnTo>
                    <a:pt x="291" y="443"/>
                  </a:lnTo>
                  <a:lnTo>
                    <a:pt x="272" y="577"/>
                  </a:lnTo>
                  <a:lnTo>
                    <a:pt x="235" y="846"/>
                  </a:lnTo>
                  <a:lnTo>
                    <a:pt x="196" y="1114"/>
                  </a:lnTo>
                  <a:lnTo>
                    <a:pt x="98" y="1807"/>
                  </a:lnTo>
                  <a:lnTo>
                    <a:pt x="0" y="2500"/>
                  </a:lnTo>
                  <a:lnTo>
                    <a:pt x="6" y="2525"/>
                  </a:lnTo>
                  <a:lnTo>
                    <a:pt x="44" y="2522"/>
                  </a:lnTo>
                  <a:lnTo>
                    <a:pt x="82" y="2519"/>
                  </a:lnTo>
                  <a:lnTo>
                    <a:pt x="157" y="2516"/>
                  </a:lnTo>
                  <a:lnTo>
                    <a:pt x="167" y="2491"/>
                  </a:lnTo>
                  <a:lnTo>
                    <a:pt x="209" y="2123"/>
                  </a:lnTo>
                  <a:lnTo>
                    <a:pt x="231" y="1941"/>
                  </a:lnTo>
                  <a:lnTo>
                    <a:pt x="254" y="1757"/>
                  </a:lnTo>
                  <a:lnTo>
                    <a:pt x="345" y="1754"/>
                  </a:lnTo>
                  <a:lnTo>
                    <a:pt x="436" y="1751"/>
                  </a:lnTo>
                  <a:lnTo>
                    <a:pt x="527" y="1754"/>
                  </a:lnTo>
                  <a:lnTo>
                    <a:pt x="620" y="1757"/>
                  </a:lnTo>
                  <a:lnTo>
                    <a:pt x="663" y="2132"/>
                  </a:lnTo>
                  <a:lnTo>
                    <a:pt x="706" y="2503"/>
                  </a:lnTo>
                  <a:lnTo>
                    <a:pt x="716" y="2528"/>
                  </a:lnTo>
                  <a:lnTo>
                    <a:pt x="801" y="2522"/>
                  </a:lnTo>
                  <a:lnTo>
                    <a:pt x="843" y="2519"/>
                  </a:lnTo>
                  <a:lnTo>
                    <a:pt x="887" y="2519"/>
                  </a:lnTo>
                  <a:lnTo>
                    <a:pt x="892" y="2491"/>
                  </a:lnTo>
                  <a:close/>
                  <a:moveTo>
                    <a:pt x="585" y="1470"/>
                  </a:moveTo>
                  <a:lnTo>
                    <a:pt x="512" y="1473"/>
                  </a:lnTo>
                  <a:lnTo>
                    <a:pt x="438" y="1473"/>
                  </a:lnTo>
                  <a:lnTo>
                    <a:pt x="364" y="1473"/>
                  </a:lnTo>
                  <a:lnTo>
                    <a:pt x="290" y="1470"/>
                  </a:lnTo>
                  <a:lnTo>
                    <a:pt x="445" y="271"/>
                  </a:lnTo>
                  <a:lnTo>
                    <a:pt x="585" y="147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8326" name="Freeform 6"/>
            <p:cNvSpPr>
              <a:spLocks noEditPoints="1"/>
            </p:cNvSpPr>
            <p:nvPr/>
          </p:nvSpPr>
          <p:spPr bwMode="auto">
            <a:xfrm>
              <a:off x="947" y="2359"/>
              <a:ext cx="597" cy="995"/>
            </a:xfrm>
            <a:custGeom>
              <a:avLst/>
              <a:gdLst/>
              <a:ahLst/>
              <a:cxnLst>
                <a:cxn ang="0">
                  <a:pos x="435" y="7"/>
                </a:cxn>
                <a:cxn ang="0">
                  <a:pos x="266" y="10"/>
                </a:cxn>
                <a:cxn ang="0">
                  <a:pos x="168" y="69"/>
                </a:cxn>
                <a:cxn ang="0">
                  <a:pos x="91" y="200"/>
                </a:cxn>
                <a:cxn ang="0">
                  <a:pos x="38" y="397"/>
                </a:cxn>
                <a:cxn ang="0">
                  <a:pos x="17" y="668"/>
                </a:cxn>
                <a:cxn ang="0">
                  <a:pos x="40" y="937"/>
                </a:cxn>
                <a:cxn ang="0">
                  <a:pos x="97" y="1115"/>
                </a:cxn>
                <a:cxn ang="0">
                  <a:pos x="59" y="1567"/>
                </a:cxn>
                <a:cxn ang="0">
                  <a:pos x="68" y="1820"/>
                </a:cxn>
                <a:cxn ang="0">
                  <a:pos x="11" y="2039"/>
                </a:cxn>
                <a:cxn ang="0">
                  <a:pos x="2" y="2254"/>
                </a:cxn>
                <a:cxn ang="0">
                  <a:pos x="22" y="2429"/>
                </a:cxn>
                <a:cxn ang="0">
                  <a:pos x="95" y="2616"/>
                </a:cxn>
                <a:cxn ang="0">
                  <a:pos x="180" y="2710"/>
                </a:cxn>
                <a:cxn ang="0">
                  <a:pos x="328" y="2763"/>
                </a:cxn>
                <a:cxn ang="0">
                  <a:pos x="469" y="2719"/>
                </a:cxn>
                <a:cxn ang="0">
                  <a:pos x="570" y="2601"/>
                </a:cxn>
                <a:cxn ang="0">
                  <a:pos x="645" y="2392"/>
                </a:cxn>
                <a:cxn ang="0">
                  <a:pos x="671" y="2164"/>
                </a:cxn>
                <a:cxn ang="0">
                  <a:pos x="661" y="1951"/>
                </a:cxn>
                <a:cxn ang="0">
                  <a:pos x="618" y="1777"/>
                </a:cxn>
                <a:cxn ang="0">
                  <a:pos x="538" y="1639"/>
                </a:cxn>
                <a:cxn ang="0">
                  <a:pos x="290" y="1477"/>
                </a:cxn>
                <a:cxn ang="0">
                  <a:pos x="352" y="1286"/>
                </a:cxn>
                <a:cxn ang="0">
                  <a:pos x="446" y="1246"/>
                </a:cxn>
                <a:cxn ang="0">
                  <a:pos x="537" y="1124"/>
                </a:cxn>
                <a:cxn ang="0">
                  <a:pos x="593" y="956"/>
                </a:cxn>
                <a:cxn ang="0">
                  <a:pos x="620" y="737"/>
                </a:cxn>
                <a:cxn ang="0">
                  <a:pos x="614" y="497"/>
                </a:cxn>
                <a:cxn ang="0">
                  <a:pos x="584" y="347"/>
                </a:cxn>
                <a:cxn ang="0">
                  <a:pos x="689" y="147"/>
                </a:cxn>
                <a:cxn ang="0">
                  <a:pos x="464" y="818"/>
                </a:cxn>
                <a:cxn ang="0">
                  <a:pos x="425" y="968"/>
                </a:cxn>
                <a:cxn ang="0">
                  <a:pos x="358" y="1043"/>
                </a:cxn>
                <a:cxn ang="0">
                  <a:pos x="257" y="1021"/>
                </a:cxn>
                <a:cxn ang="0">
                  <a:pos x="208" y="937"/>
                </a:cxn>
                <a:cxn ang="0">
                  <a:pos x="171" y="756"/>
                </a:cxn>
                <a:cxn ang="0">
                  <a:pos x="170" y="568"/>
                </a:cxn>
                <a:cxn ang="0">
                  <a:pos x="208" y="362"/>
                </a:cxn>
                <a:cxn ang="0">
                  <a:pos x="271" y="263"/>
                </a:cxn>
                <a:cxn ang="0">
                  <a:pos x="367" y="256"/>
                </a:cxn>
                <a:cxn ang="0">
                  <a:pos x="426" y="337"/>
                </a:cxn>
                <a:cxn ang="0">
                  <a:pos x="466" y="515"/>
                </a:cxn>
                <a:cxn ang="0">
                  <a:pos x="511" y="2282"/>
                </a:cxn>
                <a:cxn ang="0">
                  <a:pos x="476" y="2420"/>
                </a:cxn>
                <a:cxn ang="0">
                  <a:pos x="385" y="2516"/>
                </a:cxn>
                <a:cxn ang="0">
                  <a:pos x="269" y="2504"/>
                </a:cxn>
                <a:cxn ang="0">
                  <a:pos x="194" y="2416"/>
                </a:cxn>
                <a:cxn ang="0">
                  <a:pos x="160" y="2307"/>
                </a:cxn>
                <a:cxn ang="0">
                  <a:pos x="147" y="2129"/>
                </a:cxn>
                <a:cxn ang="0">
                  <a:pos x="170" y="1958"/>
                </a:cxn>
                <a:cxn ang="0">
                  <a:pos x="378" y="1876"/>
                </a:cxn>
                <a:cxn ang="0">
                  <a:pos x="479" y="1995"/>
                </a:cxn>
                <a:cxn ang="0">
                  <a:pos x="514" y="2142"/>
                </a:cxn>
              </a:cxnLst>
              <a:rect l="0" t="0" r="r" b="b"/>
              <a:pathLst>
                <a:path w="693" h="2763">
                  <a:moveTo>
                    <a:pt x="693" y="28"/>
                  </a:moveTo>
                  <a:lnTo>
                    <a:pt x="687" y="3"/>
                  </a:lnTo>
                  <a:lnTo>
                    <a:pt x="632" y="7"/>
                  </a:lnTo>
                  <a:lnTo>
                    <a:pt x="577" y="7"/>
                  </a:lnTo>
                  <a:lnTo>
                    <a:pt x="521" y="10"/>
                  </a:lnTo>
                  <a:lnTo>
                    <a:pt x="466" y="10"/>
                  </a:lnTo>
                  <a:lnTo>
                    <a:pt x="435" y="7"/>
                  </a:lnTo>
                  <a:lnTo>
                    <a:pt x="405" y="3"/>
                  </a:lnTo>
                  <a:lnTo>
                    <a:pt x="375" y="3"/>
                  </a:lnTo>
                  <a:lnTo>
                    <a:pt x="344" y="0"/>
                  </a:lnTo>
                  <a:lnTo>
                    <a:pt x="324" y="0"/>
                  </a:lnTo>
                  <a:lnTo>
                    <a:pt x="304" y="3"/>
                  </a:lnTo>
                  <a:lnTo>
                    <a:pt x="285" y="7"/>
                  </a:lnTo>
                  <a:lnTo>
                    <a:pt x="266" y="10"/>
                  </a:lnTo>
                  <a:lnTo>
                    <a:pt x="257" y="13"/>
                  </a:lnTo>
                  <a:lnTo>
                    <a:pt x="248" y="19"/>
                  </a:lnTo>
                  <a:lnTo>
                    <a:pt x="230" y="25"/>
                  </a:lnTo>
                  <a:lnTo>
                    <a:pt x="212" y="35"/>
                  </a:lnTo>
                  <a:lnTo>
                    <a:pt x="194" y="47"/>
                  </a:lnTo>
                  <a:lnTo>
                    <a:pt x="176" y="63"/>
                  </a:lnTo>
                  <a:lnTo>
                    <a:pt x="168" y="69"/>
                  </a:lnTo>
                  <a:lnTo>
                    <a:pt x="160" y="78"/>
                  </a:lnTo>
                  <a:lnTo>
                    <a:pt x="152" y="91"/>
                  </a:lnTo>
                  <a:lnTo>
                    <a:pt x="144" y="100"/>
                  </a:lnTo>
                  <a:lnTo>
                    <a:pt x="127" y="125"/>
                  </a:lnTo>
                  <a:lnTo>
                    <a:pt x="113" y="153"/>
                  </a:lnTo>
                  <a:lnTo>
                    <a:pt x="98" y="181"/>
                  </a:lnTo>
                  <a:lnTo>
                    <a:pt x="91" y="200"/>
                  </a:lnTo>
                  <a:lnTo>
                    <a:pt x="85" y="216"/>
                  </a:lnTo>
                  <a:lnTo>
                    <a:pt x="71" y="253"/>
                  </a:lnTo>
                  <a:lnTo>
                    <a:pt x="65" y="278"/>
                  </a:lnTo>
                  <a:lnTo>
                    <a:pt x="58" y="300"/>
                  </a:lnTo>
                  <a:lnTo>
                    <a:pt x="48" y="347"/>
                  </a:lnTo>
                  <a:lnTo>
                    <a:pt x="43" y="372"/>
                  </a:lnTo>
                  <a:lnTo>
                    <a:pt x="38" y="397"/>
                  </a:lnTo>
                  <a:lnTo>
                    <a:pt x="34" y="422"/>
                  </a:lnTo>
                  <a:lnTo>
                    <a:pt x="30" y="450"/>
                  </a:lnTo>
                  <a:lnTo>
                    <a:pt x="25" y="503"/>
                  </a:lnTo>
                  <a:lnTo>
                    <a:pt x="22" y="531"/>
                  </a:lnTo>
                  <a:lnTo>
                    <a:pt x="21" y="559"/>
                  </a:lnTo>
                  <a:lnTo>
                    <a:pt x="18" y="612"/>
                  </a:lnTo>
                  <a:lnTo>
                    <a:pt x="17" y="668"/>
                  </a:lnTo>
                  <a:lnTo>
                    <a:pt x="17" y="712"/>
                  </a:lnTo>
                  <a:lnTo>
                    <a:pt x="20" y="756"/>
                  </a:lnTo>
                  <a:lnTo>
                    <a:pt x="22" y="796"/>
                  </a:lnTo>
                  <a:lnTo>
                    <a:pt x="26" y="837"/>
                  </a:lnTo>
                  <a:lnTo>
                    <a:pt x="31" y="878"/>
                  </a:lnTo>
                  <a:lnTo>
                    <a:pt x="38" y="918"/>
                  </a:lnTo>
                  <a:lnTo>
                    <a:pt x="40" y="937"/>
                  </a:lnTo>
                  <a:lnTo>
                    <a:pt x="44" y="956"/>
                  </a:lnTo>
                  <a:lnTo>
                    <a:pt x="53" y="990"/>
                  </a:lnTo>
                  <a:lnTo>
                    <a:pt x="62" y="1024"/>
                  </a:lnTo>
                  <a:lnTo>
                    <a:pt x="67" y="1043"/>
                  </a:lnTo>
                  <a:lnTo>
                    <a:pt x="72" y="1059"/>
                  </a:lnTo>
                  <a:lnTo>
                    <a:pt x="84" y="1087"/>
                  </a:lnTo>
                  <a:lnTo>
                    <a:pt x="97" y="1115"/>
                  </a:lnTo>
                  <a:lnTo>
                    <a:pt x="111" y="1140"/>
                  </a:lnTo>
                  <a:lnTo>
                    <a:pt x="125" y="1165"/>
                  </a:lnTo>
                  <a:lnTo>
                    <a:pt x="140" y="1187"/>
                  </a:lnTo>
                  <a:lnTo>
                    <a:pt x="158" y="1205"/>
                  </a:lnTo>
                  <a:lnTo>
                    <a:pt x="109" y="1386"/>
                  </a:lnTo>
                  <a:lnTo>
                    <a:pt x="85" y="1477"/>
                  </a:lnTo>
                  <a:lnTo>
                    <a:pt x="59" y="1567"/>
                  </a:lnTo>
                  <a:lnTo>
                    <a:pt x="61" y="1611"/>
                  </a:lnTo>
                  <a:lnTo>
                    <a:pt x="95" y="1649"/>
                  </a:lnTo>
                  <a:lnTo>
                    <a:pt x="130" y="1686"/>
                  </a:lnTo>
                  <a:lnTo>
                    <a:pt x="104" y="1736"/>
                  </a:lnTo>
                  <a:lnTo>
                    <a:pt x="91" y="1764"/>
                  </a:lnTo>
                  <a:lnTo>
                    <a:pt x="80" y="1792"/>
                  </a:lnTo>
                  <a:lnTo>
                    <a:pt x="68" y="1820"/>
                  </a:lnTo>
                  <a:lnTo>
                    <a:pt x="58" y="1848"/>
                  </a:lnTo>
                  <a:lnTo>
                    <a:pt x="48" y="1876"/>
                  </a:lnTo>
                  <a:lnTo>
                    <a:pt x="39" y="1905"/>
                  </a:lnTo>
                  <a:lnTo>
                    <a:pt x="30" y="1936"/>
                  </a:lnTo>
                  <a:lnTo>
                    <a:pt x="23" y="1970"/>
                  </a:lnTo>
                  <a:lnTo>
                    <a:pt x="17" y="2004"/>
                  </a:lnTo>
                  <a:lnTo>
                    <a:pt x="11" y="2039"/>
                  </a:lnTo>
                  <a:lnTo>
                    <a:pt x="7" y="2076"/>
                  </a:lnTo>
                  <a:lnTo>
                    <a:pt x="4" y="2117"/>
                  </a:lnTo>
                  <a:lnTo>
                    <a:pt x="3" y="2139"/>
                  </a:lnTo>
                  <a:lnTo>
                    <a:pt x="2" y="2161"/>
                  </a:lnTo>
                  <a:lnTo>
                    <a:pt x="2" y="2182"/>
                  </a:lnTo>
                  <a:lnTo>
                    <a:pt x="0" y="2204"/>
                  </a:lnTo>
                  <a:lnTo>
                    <a:pt x="2" y="2254"/>
                  </a:lnTo>
                  <a:lnTo>
                    <a:pt x="3" y="2279"/>
                  </a:lnTo>
                  <a:lnTo>
                    <a:pt x="6" y="2301"/>
                  </a:lnTo>
                  <a:lnTo>
                    <a:pt x="7" y="2326"/>
                  </a:lnTo>
                  <a:lnTo>
                    <a:pt x="9" y="2348"/>
                  </a:lnTo>
                  <a:lnTo>
                    <a:pt x="12" y="2370"/>
                  </a:lnTo>
                  <a:lnTo>
                    <a:pt x="16" y="2388"/>
                  </a:lnTo>
                  <a:lnTo>
                    <a:pt x="22" y="2429"/>
                  </a:lnTo>
                  <a:lnTo>
                    <a:pt x="27" y="2448"/>
                  </a:lnTo>
                  <a:lnTo>
                    <a:pt x="31" y="2466"/>
                  </a:lnTo>
                  <a:lnTo>
                    <a:pt x="41" y="2501"/>
                  </a:lnTo>
                  <a:lnTo>
                    <a:pt x="54" y="2535"/>
                  </a:lnTo>
                  <a:lnTo>
                    <a:pt x="67" y="2563"/>
                  </a:lnTo>
                  <a:lnTo>
                    <a:pt x="81" y="2591"/>
                  </a:lnTo>
                  <a:lnTo>
                    <a:pt x="95" y="2616"/>
                  </a:lnTo>
                  <a:lnTo>
                    <a:pt x="111" y="2641"/>
                  </a:lnTo>
                  <a:lnTo>
                    <a:pt x="127" y="2660"/>
                  </a:lnTo>
                  <a:lnTo>
                    <a:pt x="135" y="2669"/>
                  </a:lnTo>
                  <a:lnTo>
                    <a:pt x="144" y="2679"/>
                  </a:lnTo>
                  <a:lnTo>
                    <a:pt x="153" y="2688"/>
                  </a:lnTo>
                  <a:lnTo>
                    <a:pt x="162" y="2697"/>
                  </a:lnTo>
                  <a:lnTo>
                    <a:pt x="180" y="2710"/>
                  </a:lnTo>
                  <a:lnTo>
                    <a:pt x="217" y="2735"/>
                  </a:lnTo>
                  <a:lnTo>
                    <a:pt x="235" y="2744"/>
                  </a:lnTo>
                  <a:lnTo>
                    <a:pt x="254" y="2751"/>
                  </a:lnTo>
                  <a:lnTo>
                    <a:pt x="272" y="2757"/>
                  </a:lnTo>
                  <a:lnTo>
                    <a:pt x="292" y="2760"/>
                  </a:lnTo>
                  <a:lnTo>
                    <a:pt x="310" y="2763"/>
                  </a:lnTo>
                  <a:lnTo>
                    <a:pt x="328" y="2763"/>
                  </a:lnTo>
                  <a:lnTo>
                    <a:pt x="334" y="2763"/>
                  </a:lnTo>
                  <a:lnTo>
                    <a:pt x="357" y="2763"/>
                  </a:lnTo>
                  <a:lnTo>
                    <a:pt x="380" y="2760"/>
                  </a:lnTo>
                  <a:lnTo>
                    <a:pt x="402" y="2754"/>
                  </a:lnTo>
                  <a:lnTo>
                    <a:pt x="425" y="2744"/>
                  </a:lnTo>
                  <a:lnTo>
                    <a:pt x="447" y="2732"/>
                  </a:lnTo>
                  <a:lnTo>
                    <a:pt x="469" y="2719"/>
                  </a:lnTo>
                  <a:lnTo>
                    <a:pt x="491" y="2701"/>
                  </a:lnTo>
                  <a:lnTo>
                    <a:pt x="512" y="2682"/>
                  </a:lnTo>
                  <a:lnTo>
                    <a:pt x="523" y="2669"/>
                  </a:lnTo>
                  <a:lnTo>
                    <a:pt x="533" y="2657"/>
                  </a:lnTo>
                  <a:lnTo>
                    <a:pt x="552" y="2632"/>
                  </a:lnTo>
                  <a:lnTo>
                    <a:pt x="561" y="2616"/>
                  </a:lnTo>
                  <a:lnTo>
                    <a:pt x="570" y="2601"/>
                  </a:lnTo>
                  <a:lnTo>
                    <a:pt x="588" y="2566"/>
                  </a:lnTo>
                  <a:lnTo>
                    <a:pt x="596" y="2548"/>
                  </a:lnTo>
                  <a:lnTo>
                    <a:pt x="603" y="2529"/>
                  </a:lnTo>
                  <a:lnTo>
                    <a:pt x="619" y="2488"/>
                  </a:lnTo>
                  <a:lnTo>
                    <a:pt x="632" y="2441"/>
                  </a:lnTo>
                  <a:lnTo>
                    <a:pt x="638" y="2416"/>
                  </a:lnTo>
                  <a:lnTo>
                    <a:pt x="645" y="2392"/>
                  </a:lnTo>
                  <a:lnTo>
                    <a:pt x="651" y="2360"/>
                  </a:lnTo>
                  <a:lnTo>
                    <a:pt x="656" y="2329"/>
                  </a:lnTo>
                  <a:lnTo>
                    <a:pt x="661" y="2298"/>
                  </a:lnTo>
                  <a:lnTo>
                    <a:pt x="665" y="2264"/>
                  </a:lnTo>
                  <a:lnTo>
                    <a:pt x="669" y="2232"/>
                  </a:lnTo>
                  <a:lnTo>
                    <a:pt x="670" y="2198"/>
                  </a:lnTo>
                  <a:lnTo>
                    <a:pt x="671" y="2164"/>
                  </a:lnTo>
                  <a:lnTo>
                    <a:pt x="673" y="2129"/>
                  </a:lnTo>
                  <a:lnTo>
                    <a:pt x="673" y="2098"/>
                  </a:lnTo>
                  <a:lnTo>
                    <a:pt x="671" y="2067"/>
                  </a:lnTo>
                  <a:lnTo>
                    <a:pt x="670" y="2036"/>
                  </a:lnTo>
                  <a:lnTo>
                    <a:pt x="668" y="2008"/>
                  </a:lnTo>
                  <a:lnTo>
                    <a:pt x="665" y="1979"/>
                  </a:lnTo>
                  <a:lnTo>
                    <a:pt x="661" y="1951"/>
                  </a:lnTo>
                  <a:lnTo>
                    <a:pt x="657" y="1923"/>
                  </a:lnTo>
                  <a:lnTo>
                    <a:pt x="652" y="1898"/>
                  </a:lnTo>
                  <a:lnTo>
                    <a:pt x="646" y="1873"/>
                  </a:lnTo>
                  <a:lnTo>
                    <a:pt x="641" y="1848"/>
                  </a:lnTo>
                  <a:lnTo>
                    <a:pt x="633" y="1823"/>
                  </a:lnTo>
                  <a:lnTo>
                    <a:pt x="627" y="1802"/>
                  </a:lnTo>
                  <a:lnTo>
                    <a:pt x="618" y="1777"/>
                  </a:lnTo>
                  <a:lnTo>
                    <a:pt x="610" y="1755"/>
                  </a:lnTo>
                  <a:lnTo>
                    <a:pt x="601" y="1736"/>
                  </a:lnTo>
                  <a:lnTo>
                    <a:pt x="591" y="1714"/>
                  </a:lnTo>
                  <a:lnTo>
                    <a:pt x="578" y="1692"/>
                  </a:lnTo>
                  <a:lnTo>
                    <a:pt x="565" y="1674"/>
                  </a:lnTo>
                  <a:lnTo>
                    <a:pt x="552" y="1655"/>
                  </a:lnTo>
                  <a:lnTo>
                    <a:pt x="538" y="1639"/>
                  </a:lnTo>
                  <a:lnTo>
                    <a:pt x="524" y="1624"/>
                  </a:lnTo>
                  <a:lnTo>
                    <a:pt x="509" y="1611"/>
                  </a:lnTo>
                  <a:lnTo>
                    <a:pt x="492" y="1599"/>
                  </a:lnTo>
                  <a:lnTo>
                    <a:pt x="476" y="1586"/>
                  </a:lnTo>
                  <a:lnTo>
                    <a:pt x="411" y="1546"/>
                  </a:lnTo>
                  <a:lnTo>
                    <a:pt x="352" y="1514"/>
                  </a:lnTo>
                  <a:lnTo>
                    <a:pt x="290" y="1477"/>
                  </a:lnTo>
                  <a:lnTo>
                    <a:pt x="260" y="1455"/>
                  </a:lnTo>
                  <a:lnTo>
                    <a:pt x="229" y="1436"/>
                  </a:lnTo>
                  <a:lnTo>
                    <a:pt x="271" y="1274"/>
                  </a:lnTo>
                  <a:lnTo>
                    <a:pt x="303" y="1280"/>
                  </a:lnTo>
                  <a:lnTo>
                    <a:pt x="320" y="1283"/>
                  </a:lnTo>
                  <a:lnTo>
                    <a:pt x="337" y="1286"/>
                  </a:lnTo>
                  <a:lnTo>
                    <a:pt x="352" y="1286"/>
                  </a:lnTo>
                  <a:lnTo>
                    <a:pt x="366" y="1283"/>
                  </a:lnTo>
                  <a:lnTo>
                    <a:pt x="380" y="1280"/>
                  </a:lnTo>
                  <a:lnTo>
                    <a:pt x="393" y="1274"/>
                  </a:lnTo>
                  <a:lnTo>
                    <a:pt x="407" y="1268"/>
                  </a:lnTo>
                  <a:lnTo>
                    <a:pt x="420" y="1261"/>
                  </a:lnTo>
                  <a:lnTo>
                    <a:pt x="433" y="1255"/>
                  </a:lnTo>
                  <a:lnTo>
                    <a:pt x="446" y="1246"/>
                  </a:lnTo>
                  <a:lnTo>
                    <a:pt x="458" y="1233"/>
                  </a:lnTo>
                  <a:lnTo>
                    <a:pt x="470" y="1221"/>
                  </a:lnTo>
                  <a:lnTo>
                    <a:pt x="493" y="1193"/>
                  </a:lnTo>
                  <a:lnTo>
                    <a:pt x="505" y="1177"/>
                  </a:lnTo>
                  <a:lnTo>
                    <a:pt x="516" y="1162"/>
                  </a:lnTo>
                  <a:lnTo>
                    <a:pt x="526" y="1143"/>
                  </a:lnTo>
                  <a:lnTo>
                    <a:pt x="537" y="1124"/>
                  </a:lnTo>
                  <a:lnTo>
                    <a:pt x="547" y="1102"/>
                  </a:lnTo>
                  <a:lnTo>
                    <a:pt x="556" y="1080"/>
                  </a:lnTo>
                  <a:lnTo>
                    <a:pt x="565" y="1059"/>
                  </a:lnTo>
                  <a:lnTo>
                    <a:pt x="573" y="1034"/>
                  </a:lnTo>
                  <a:lnTo>
                    <a:pt x="580" y="1009"/>
                  </a:lnTo>
                  <a:lnTo>
                    <a:pt x="588" y="984"/>
                  </a:lnTo>
                  <a:lnTo>
                    <a:pt x="593" y="956"/>
                  </a:lnTo>
                  <a:lnTo>
                    <a:pt x="600" y="927"/>
                  </a:lnTo>
                  <a:lnTo>
                    <a:pt x="605" y="899"/>
                  </a:lnTo>
                  <a:lnTo>
                    <a:pt x="609" y="868"/>
                  </a:lnTo>
                  <a:lnTo>
                    <a:pt x="612" y="837"/>
                  </a:lnTo>
                  <a:lnTo>
                    <a:pt x="616" y="806"/>
                  </a:lnTo>
                  <a:lnTo>
                    <a:pt x="619" y="771"/>
                  </a:lnTo>
                  <a:lnTo>
                    <a:pt x="620" y="737"/>
                  </a:lnTo>
                  <a:lnTo>
                    <a:pt x="621" y="700"/>
                  </a:lnTo>
                  <a:lnTo>
                    <a:pt x="623" y="662"/>
                  </a:lnTo>
                  <a:lnTo>
                    <a:pt x="621" y="606"/>
                  </a:lnTo>
                  <a:lnTo>
                    <a:pt x="620" y="578"/>
                  </a:lnTo>
                  <a:lnTo>
                    <a:pt x="619" y="550"/>
                  </a:lnTo>
                  <a:lnTo>
                    <a:pt x="616" y="525"/>
                  </a:lnTo>
                  <a:lnTo>
                    <a:pt x="614" y="497"/>
                  </a:lnTo>
                  <a:lnTo>
                    <a:pt x="610" y="472"/>
                  </a:lnTo>
                  <a:lnTo>
                    <a:pt x="606" y="444"/>
                  </a:lnTo>
                  <a:lnTo>
                    <a:pt x="601" y="419"/>
                  </a:lnTo>
                  <a:lnTo>
                    <a:pt x="596" y="394"/>
                  </a:lnTo>
                  <a:lnTo>
                    <a:pt x="593" y="381"/>
                  </a:lnTo>
                  <a:lnTo>
                    <a:pt x="591" y="369"/>
                  </a:lnTo>
                  <a:lnTo>
                    <a:pt x="584" y="347"/>
                  </a:lnTo>
                  <a:lnTo>
                    <a:pt x="578" y="325"/>
                  </a:lnTo>
                  <a:lnTo>
                    <a:pt x="570" y="303"/>
                  </a:lnTo>
                  <a:lnTo>
                    <a:pt x="562" y="284"/>
                  </a:lnTo>
                  <a:lnTo>
                    <a:pt x="553" y="266"/>
                  </a:lnTo>
                  <a:lnTo>
                    <a:pt x="677" y="284"/>
                  </a:lnTo>
                  <a:lnTo>
                    <a:pt x="687" y="266"/>
                  </a:lnTo>
                  <a:lnTo>
                    <a:pt x="689" y="147"/>
                  </a:lnTo>
                  <a:lnTo>
                    <a:pt x="693" y="28"/>
                  </a:lnTo>
                  <a:close/>
                  <a:moveTo>
                    <a:pt x="474" y="662"/>
                  </a:moveTo>
                  <a:lnTo>
                    <a:pt x="473" y="706"/>
                  </a:lnTo>
                  <a:lnTo>
                    <a:pt x="471" y="725"/>
                  </a:lnTo>
                  <a:lnTo>
                    <a:pt x="471" y="746"/>
                  </a:lnTo>
                  <a:lnTo>
                    <a:pt x="467" y="784"/>
                  </a:lnTo>
                  <a:lnTo>
                    <a:pt x="464" y="818"/>
                  </a:lnTo>
                  <a:lnTo>
                    <a:pt x="458" y="853"/>
                  </a:lnTo>
                  <a:lnTo>
                    <a:pt x="455" y="868"/>
                  </a:lnTo>
                  <a:lnTo>
                    <a:pt x="452" y="884"/>
                  </a:lnTo>
                  <a:lnTo>
                    <a:pt x="443" y="915"/>
                  </a:lnTo>
                  <a:lnTo>
                    <a:pt x="435" y="943"/>
                  </a:lnTo>
                  <a:lnTo>
                    <a:pt x="430" y="956"/>
                  </a:lnTo>
                  <a:lnTo>
                    <a:pt x="425" y="968"/>
                  </a:lnTo>
                  <a:lnTo>
                    <a:pt x="414" y="987"/>
                  </a:lnTo>
                  <a:lnTo>
                    <a:pt x="407" y="999"/>
                  </a:lnTo>
                  <a:lnTo>
                    <a:pt x="401" y="1006"/>
                  </a:lnTo>
                  <a:lnTo>
                    <a:pt x="388" y="1021"/>
                  </a:lnTo>
                  <a:lnTo>
                    <a:pt x="380" y="1027"/>
                  </a:lnTo>
                  <a:lnTo>
                    <a:pt x="374" y="1034"/>
                  </a:lnTo>
                  <a:lnTo>
                    <a:pt x="358" y="1043"/>
                  </a:lnTo>
                  <a:lnTo>
                    <a:pt x="342" y="1049"/>
                  </a:lnTo>
                  <a:lnTo>
                    <a:pt x="324" y="1049"/>
                  </a:lnTo>
                  <a:lnTo>
                    <a:pt x="306" y="1049"/>
                  </a:lnTo>
                  <a:lnTo>
                    <a:pt x="289" y="1043"/>
                  </a:lnTo>
                  <a:lnTo>
                    <a:pt x="280" y="1037"/>
                  </a:lnTo>
                  <a:lnTo>
                    <a:pt x="272" y="1034"/>
                  </a:lnTo>
                  <a:lnTo>
                    <a:pt x="257" y="1021"/>
                  </a:lnTo>
                  <a:lnTo>
                    <a:pt x="244" y="1006"/>
                  </a:lnTo>
                  <a:lnTo>
                    <a:pt x="236" y="996"/>
                  </a:lnTo>
                  <a:lnTo>
                    <a:pt x="231" y="987"/>
                  </a:lnTo>
                  <a:lnTo>
                    <a:pt x="225" y="974"/>
                  </a:lnTo>
                  <a:lnTo>
                    <a:pt x="219" y="965"/>
                  </a:lnTo>
                  <a:lnTo>
                    <a:pt x="213" y="952"/>
                  </a:lnTo>
                  <a:lnTo>
                    <a:pt x="208" y="937"/>
                  </a:lnTo>
                  <a:lnTo>
                    <a:pt x="198" y="909"/>
                  </a:lnTo>
                  <a:lnTo>
                    <a:pt x="190" y="878"/>
                  </a:lnTo>
                  <a:lnTo>
                    <a:pt x="183" y="846"/>
                  </a:lnTo>
                  <a:lnTo>
                    <a:pt x="180" y="831"/>
                  </a:lnTo>
                  <a:lnTo>
                    <a:pt x="177" y="812"/>
                  </a:lnTo>
                  <a:lnTo>
                    <a:pt x="172" y="774"/>
                  </a:lnTo>
                  <a:lnTo>
                    <a:pt x="171" y="756"/>
                  </a:lnTo>
                  <a:lnTo>
                    <a:pt x="170" y="737"/>
                  </a:lnTo>
                  <a:lnTo>
                    <a:pt x="168" y="715"/>
                  </a:lnTo>
                  <a:lnTo>
                    <a:pt x="167" y="696"/>
                  </a:lnTo>
                  <a:lnTo>
                    <a:pt x="166" y="653"/>
                  </a:lnTo>
                  <a:lnTo>
                    <a:pt x="167" y="609"/>
                  </a:lnTo>
                  <a:lnTo>
                    <a:pt x="168" y="590"/>
                  </a:lnTo>
                  <a:lnTo>
                    <a:pt x="170" y="568"/>
                  </a:lnTo>
                  <a:lnTo>
                    <a:pt x="172" y="531"/>
                  </a:lnTo>
                  <a:lnTo>
                    <a:pt x="177" y="494"/>
                  </a:lnTo>
                  <a:lnTo>
                    <a:pt x="183" y="459"/>
                  </a:lnTo>
                  <a:lnTo>
                    <a:pt x="190" y="425"/>
                  </a:lnTo>
                  <a:lnTo>
                    <a:pt x="198" y="394"/>
                  </a:lnTo>
                  <a:lnTo>
                    <a:pt x="203" y="378"/>
                  </a:lnTo>
                  <a:lnTo>
                    <a:pt x="208" y="362"/>
                  </a:lnTo>
                  <a:lnTo>
                    <a:pt x="219" y="337"/>
                  </a:lnTo>
                  <a:lnTo>
                    <a:pt x="225" y="325"/>
                  </a:lnTo>
                  <a:lnTo>
                    <a:pt x="230" y="312"/>
                  </a:lnTo>
                  <a:lnTo>
                    <a:pt x="243" y="294"/>
                  </a:lnTo>
                  <a:lnTo>
                    <a:pt x="249" y="284"/>
                  </a:lnTo>
                  <a:lnTo>
                    <a:pt x="257" y="275"/>
                  </a:lnTo>
                  <a:lnTo>
                    <a:pt x="271" y="263"/>
                  </a:lnTo>
                  <a:lnTo>
                    <a:pt x="288" y="253"/>
                  </a:lnTo>
                  <a:lnTo>
                    <a:pt x="304" y="247"/>
                  </a:lnTo>
                  <a:lnTo>
                    <a:pt x="322" y="244"/>
                  </a:lnTo>
                  <a:lnTo>
                    <a:pt x="331" y="244"/>
                  </a:lnTo>
                  <a:lnTo>
                    <a:pt x="340" y="247"/>
                  </a:lnTo>
                  <a:lnTo>
                    <a:pt x="358" y="253"/>
                  </a:lnTo>
                  <a:lnTo>
                    <a:pt x="367" y="256"/>
                  </a:lnTo>
                  <a:lnTo>
                    <a:pt x="375" y="263"/>
                  </a:lnTo>
                  <a:lnTo>
                    <a:pt x="389" y="275"/>
                  </a:lnTo>
                  <a:lnTo>
                    <a:pt x="397" y="284"/>
                  </a:lnTo>
                  <a:lnTo>
                    <a:pt x="403" y="294"/>
                  </a:lnTo>
                  <a:lnTo>
                    <a:pt x="416" y="312"/>
                  </a:lnTo>
                  <a:lnTo>
                    <a:pt x="421" y="325"/>
                  </a:lnTo>
                  <a:lnTo>
                    <a:pt x="426" y="337"/>
                  </a:lnTo>
                  <a:lnTo>
                    <a:pt x="437" y="366"/>
                  </a:lnTo>
                  <a:lnTo>
                    <a:pt x="442" y="378"/>
                  </a:lnTo>
                  <a:lnTo>
                    <a:pt x="446" y="394"/>
                  </a:lnTo>
                  <a:lnTo>
                    <a:pt x="453" y="428"/>
                  </a:lnTo>
                  <a:lnTo>
                    <a:pt x="460" y="462"/>
                  </a:lnTo>
                  <a:lnTo>
                    <a:pt x="465" y="497"/>
                  </a:lnTo>
                  <a:lnTo>
                    <a:pt x="466" y="515"/>
                  </a:lnTo>
                  <a:lnTo>
                    <a:pt x="469" y="537"/>
                  </a:lnTo>
                  <a:lnTo>
                    <a:pt x="471" y="578"/>
                  </a:lnTo>
                  <a:lnTo>
                    <a:pt x="473" y="618"/>
                  </a:lnTo>
                  <a:lnTo>
                    <a:pt x="474" y="662"/>
                  </a:lnTo>
                  <a:close/>
                  <a:moveTo>
                    <a:pt x="516" y="2201"/>
                  </a:moveTo>
                  <a:lnTo>
                    <a:pt x="514" y="2242"/>
                  </a:lnTo>
                  <a:lnTo>
                    <a:pt x="511" y="2282"/>
                  </a:lnTo>
                  <a:lnTo>
                    <a:pt x="509" y="2298"/>
                  </a:lnTo>
                  <a:lnTo>
                    <a:pt x="506" y="2317"/>
                  </a:lnTo>
                  <a:lnTo>
                    <a:pt x="500" y="2351"/>
                  </a:lnTo>
                  <a:lnTo>
                    <a:pt x="492" y="2379"/>
                  </a:lnTo>
                  <a:lnTo>
                    <a:pt x="487" y="2395"/>
                  </a:lnTo>
                  <a:lnTo>
                    <a:pt x="482" y="2407"/>
                  </a:lnTo>
                  <a:lnTo>
                    <a:pt x="476" y="2420"/>
                  </a:lnTo>
                  <a:lnTo>
                    <a:pt x="470" y="2429"/>
                  </a:lnTo>
                  <a:lnTo>
                    <a:pt x="457" y="2451"/>
                  </a:lnTo>
                  <a:lnTo>
                    <a:pt x="444" y="2470"/>
                  </a:lnTo>
                  <a:lnTo>
                    <a:pt x="430" y="2485"/>
                  </a:lnTo>
                  <a:lnTo>
                    <a:pt x="415" y="2498"/>
                  </a:lnTo>
                  <a:lnTo>
                    <a:pt x="401" y="2507"/>
                  </a:lnTo>
                  <a:lnTo>
                    <a:pt x="385" y="2516"/>
                  </a:lnTo>
                  <a:lnTo>
                    <a:pt x="370" y="2520"/>
                  </a:lnTo>
                  <a:lnTo>
                    <a:pt x="355" y="2523"/>
                  </a:lnTo>
                  <a:lnTo>
                    <a:pt x="338" y="2526"/>
                  </a:lnTo>
                  <a:lnTo>
                    <a:pt x="320" y="2523"/>
                  </a:lnTo>
                  <a:lnTo>
                    <a:pt x="303" y="2520"/>
                  </a:lnTo>
                  <a:lnTo>
                    <a:pt x="285" y="2513"/>
                  </a:lnTo>
                  <a:lnTo>
                    <a:pt x="269" y="2504"/>
                  </a:lnTo>
                  <a:lnTo>
                    <a:pt x="253" y="2491"/>
                  </a:lnTo>
                  <a:lnTo>
                    <a:pt x="238" y="2476"/>
                  </a:lnTo>
                  <a:lnTo>
                    <a:pt x="230" y="2470"/>
                  </a:lnTo>
                  <a:lnTo>
                    <a:pt x="222" y="2460"/>
                  </a:lnTo>
                  <a:lnTo>
                    <a:pt x="207" y="2438"/>
                  </a:lnTo>
                  <a:lnTo>
                    <a:pt x="201" y="2429"/>
                  </a:lnTo>
                  <a:lnTo>
                    <a:pt x="194" y="2416"/>
                  </a:lnTo>
                  <a:lnTo>
                    <a:pt x="188" y="2404"/>
                  </a:lnTo>
                  <a:lnTo>
                    <a:pt x="181" y="2388"/>
                  </a:lnTo>
                  <a:lnTo>
                    <a:pt x="176" y="2376"/>
                  </a:lnTo>
                  <a:lnTo>
                    <a:pt x="171" y="2360"/>
                  </a:lnTo>
                  <a:lnTo>
                    <a:pt x="167" y="2342"/>
                  </a:lnTo>
                  <a:lnTo>
                    <a:pt x="163" y="2326"/>
                  </a:lnTo>
                  <a:lnTo>
                    <a:pt x="160" y="2307"/>
                  </a:lnTo>
                  <a:lnTo>
                    <a:pt x="156" y="2289"/>
                  </a:lnTo>
                  <a:lnTo>
                    <a:pt x="153" y="2270"/>
                  </a:lnTo>
                  <a:lnTo>
                    <a:pt x="151" y="2251"/>
                  </a:lnTo>
                  <a:lnTo>
                    <a:pt x="148" y="2207"/>
                  </a:lnTo>
                  <a:lnTo>
                    <a:pt x="147" y="2185"/>
                  </a:lnTo>
                  <a:lnTo>
                    <a:pt x="145" y="2161"/>
                  </a:lnTo>
                  <a:lnTo>
                    <a:pt x="147" y="2129"/>
                  </a:lnTo>
                  <a:lnTo>
                    <a:pt x="148" y="2098"/>
                  </a:lnTo>
                  <a:lnTo>
                    <a:pt x="151" y="2070"/>
                  </a:lnTo>
                  <a:lnTo>
                    <a:pt x="153" y="2042"/>
                  </a:lnTo>
                  <a:lnTo>
                    <a:pt x="157" y="2017"/>
                  </a:lnTo>
                  <a:lnTo>
                    <a:pt x="161" y="1992"/>
                  </a:lnTo>
                  <a:lnTo>
                    <a:pt x="167" y="1970"/>
                  </a:lnTo>
                  <a:lnTo>
                    <a:pt x="170" y="1958"/>
                  </a:lnTo>
                  <a:lnTo>
                    <a:pt x="172" y="1948"/>
                  </a:lnTo>
                  <a:lnTo>
                    <a:pt x="185" y="1908"/>
                  </a:lnTo>
                  <a:lnTo>
                    <a:pt x="199" y="1864"/>
                  </a:lnTo>
                  <a:lnTo>
                    <a:pt x="215" y="1820"/>
                  </a:lnTo>
                  <a:lnTo>
                    <a:pt x="231" y="1780"/>
                  </a:lnTo>
                  <a:lnTo>
                    <a:pt x="337" y="1848"/>
                  </a:lnTo>
                  <a:lnTo>
                    <a:pt x="378" y="1876"/>
                  </a:lnTo>
                  <a:lnTo>
                    <a:pt x="417" y="1911"/>
                  </a:lnTo>
                  <a:lnTo>
                    <a:pt x="428" y="1920"/>
                  </a:lnTo>
                  <a:lnTo>
                    <a:pt x="438" y="1930"/>
                  </a:lnTo>
                  <a:lnTo>
                    <a:pt x="447" y="1939"/>
                  </a:lnTo>
                  <a:lnTo>
                    <a:pt x="456" y="1951"/>
                  </a:lnTo>
                  <a:lnTo>
                    <a:pt x="471" y="1979"/>
                  </a:lnTo>
                  <a:lnTo>
                    <a:pt x="479" y="1995"/>
                  </a:lnTo>
                  <a:lnTo>
                    <a:pt x="487" y="2011"/>
                  </a:lnTo>
                  <a:lnTo>
                    <a:pt x="493" y="2029"/>
                  </a:lnTo>
                  <a:lnTo>
                    <a:pt x="500" y="2048"/>
                  </a:lnTo>
                  <a:lnTo>
                    <a:pt x="503" y="2070"/>
                  </a:lnTo>
                  <a:lnTo>
                    <a:pt x="509" y="2092"/>
                  </a:lnTo>
                  <a:lnTo>
                    <a:pt x="511" y="2117"/>
                  </a:lnTo>
                  <a:lnTo>
                    <a:pt x="514" y="2142"/>
                  </a:lnTo>
                  <a:lnTo>
                    <a:pt x="515" y="2170"/>
                  </a:lnTo>
                  <a:lnTo>
                    <a:pt x="516" y="220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8327" name="Freeform 7"/>
            <p:cNvSpPr>
              <a:spLocks noEditPoints="1"/>
            </p:cNvSpPr>
            <p:nvPr/>
          </p:nvSpPr>
          <p:spPr bwMode="auto">
            <a:xfrm>
              <a:off x="1595" y="2377"/>
              <a:ext cx="585" cy="702"/>
            </a:xfrm>
            <a:custGeom>
              <a:avLst/>
              <a:gdLst/>
              <a:ahLst/>
              <a:cxnLst>
                <a:cxn ang="0">
                  <a:pos x="674" y="815"/>
                </a:cxn>
                <a:cxn ang="0">
                  <a:pos x="660" y="574"/>
                </a:cxn>
                <a:cxn ang="0">
                  <a:pos x="642" y="428"/>
                </a:cxn>
                <a:cxn ang="0">
                  <a:pos x="612" y="300"/>
                </a:cxn>
                <a:cxn ang="0">
                  <a:pos x="571" y="184"/>
                </a:cxn>
                <a:cxn ang="0">
                  <a:pos x="519" y="94"/>
                </a:cxn>
                <a:cxn ang="0">
                  <a:pos x="464" y="38"/>
                </a:cxn>
                <a:cxn ang="0">
                  <a:pos x="406" y="6"/>
                </a:cxn>
                <a:cxn ang="0">
                  <a:pos x="358" y="0"/>
                </a:cxn>
                <a:cxn ang="0">
                  <a:pos x="311" y="6"/>
                </a:cxn>
                <a:cxn ang="0">
                  <a:pos x="258" y="28"/>
                </a:cxn>
                <a:cxn ang="0">
                  <a:pos x="199" y="78"/>
                </a:cxn>
                <a:cxn ang="0">
                  <a:pos x="139" y="169"/>
                </a:cxn>
                <a:cxn ang="0">
                  <a:pos x="104" y="247"/>
                </a:cxn>
                <a:cxn ang="0">
                  <a:pos x="75" y="334"/>
                </a:cxn>
                <a:cxn ang="0">
                  <a:pos x="40" y="490"/>
                </a:cxn>
                <a:cxn ang="0">
                  <a:pos x="16" y="665"/>
                </a:cxn>
                <a:cxn ang="0">
                  <a:pos x="3" y="852"/>
                </a:cxn>
                <a:cxn ang="0">
                  <a:pos x="2" y="1099"/>
                </a:cxn>
                <a:cxn ang="0">
                  <a:pos x="16" y="1302"/>
                </a:cxn>
                <a:cxn ang="0">
                  <a:pos x="38" y="1458"/>
                </a:cxn>
                <a:cxn ang="0">
                  <a:pos x="68" y="1592"/>
                </a:cxn>
                <a:cxn ang="0">
                  <a:pos x="116" y="1723"/>
                </a:cxn>
                <a:cxn ang="0">
                  <a:pos x="159" y="1801"/>
                </a:cxn>
                <a:cxn ang="0">
                  <a:pos x="226" y="1879"/>
                </a:cxn>
                <a:cxn ang="0">
                  <a:pos x="304" y="1929"/>
                </a:cxn>
                <a:cxn ang="0">
                  <a:pos x="393" y="1945"/>
                </a:cxn>
                <a:cxn ang="0">
                  <a:pos x="485" y="1926"/>
                </a:cxn>
                <a:cxn ang="0">
                  <a:pos x="542" y="1892"/>
                </a:cxn>
                <a:cxn ang="0">
                  <a:pos x="626" y="1811"/>
                </a:cxn>
                <a:cxn ang="0">
                  <a:pos x="647" y="1467"/>
                </a:cxn>
                <a:cxn ang="0">
                  <a:pos x="596" y="1520"/>
                </a:cxn>
                <a:cxn ang="0">
                  <a:pos x="540" y="1595"/>
                </a:cxn>
                <a:cxn ang="0">
                  <a:pos x="480" y="1639"/>
                </a:cxn>
                <a:cxn ang="0">
                  <a:pos x="433" y="1658"/>
                </a:cxn>
                <a:cxn ang="0">
                  <a:pos x="370" y="1655"/>
                </a:cxn>
                <a:cxn ang="0">
                  <a:pos x="317" y="1633"/>
                </a:cxn>
                <a:cxn ang="0">
                  <a:pos x="272" y="1589"/>
                </a:cxn>
                <a:cxn ang="0">
                  <a:pos x="235" y="1520"/>
                </a:cxn>
                <a:cxn ang="0">
                  <a:pos x="204" y="1436"/>
                </a:cxn>
                <a:cxn ang="0">
                  <a:pos x="183" y="1333"/>
                </a:cxn>
                <a:cxn ang="0">
                  <a:pos x="167" y="1221"/>
                </a:cxn>
                <a:cxn ang="0">
                  <a:pos x="159" y="1090"/>
                </a:cxn>
                <a:cxn ang="0">
                  <a:pos x="245" y="1018"/>
                </a:cxn>
                <a:cxn ang="0">
                  <a:pos x="666" y="1021"/>
                </a:cxn>
                <a:cxn ang="0">
                  <a:pos x="324" y="749"/>
                </a:cxn>
                <a:cxn ang="0">
                  <a:pos x="167" y="631"/>
                </a:cxn>
                <a:cxn ang="0">
                  <a:pos x="193" y="481"/>
                </a:cxn>
                <a:cxn ang="0">
                  <a:pos x="221" y="390"/>
                </a:cxn>
                <a:cxn ang="0">
                  <a:pos x="257" y="319"/>
                </a:cxn>
                <a:cxn ang="0">
                  <a:pos x="292" y="281"/>
                </a:cxn>
                <a:cxn ang="0">
                  <a:pos x="340" y="259"/>
                </a:cxn>
                <a:cxn ang="0">
                  <a:pos x="388" y="265"/>
                </a:cxn>
                <a:cxn ang="0">
                  <a:pos x="420" y="290"/>
                </a:cxn>
                <a:cxn ang="0">
                  <a:pos x="455" y="340"/>
                </a:cxn>
                <a:cxn ang="0">
                  <a:pos x="489" y="437"/>
                </a:cxn>
                <a:cxn ang="0">
                  <a:pos x="514" y="565"/>
                </a:cxn>
                <a:cxn ang="0">
                  <a:pos x="524" y="696"/>
                </a:cxn>
              </a:cxnLst>
              <a:rect l="0" t="0" r="r" b="b"/>
              <a:pathLst>
                <a:path w="677" h="1945">
                  <a:moveTo>
                    <a:pt x="677" y="999"/>
                  </a:moveTo>
                  <a:lnTo>
                    <a:pt x="677" y="937"/>
                  </a:lnTo>
                  <a:lnTo>
                    <a:pt x="677" y="874"/>
                  </a:lnTo>
                  <a:lnTo>
                    <a:pt x="674" y="815"/>
                  </a:lnTo>
                  <a:lnTo>
                    <a:pt x="673" y="752"/>
                  </a:lnTo>
                  <a:lnTo>
                    <a:pt x="669" y="693"/>
                  </a:lnTo>
                  <a:lnTo>
                    <a:pt x="665" y="634"/>
                  </a:lnTo>
                  <a:lnTo>
                    <a:pt x="660" y="574"/>
                  </a:lnTo>
                  <a:lnTo>
                    <a:pt x="653" y="515"/>
                  </a:lnTo>
                  <a:lnTo>
                    <a:pt x="651" y="484"/>
                  </a:lnTo>
                  <a:lnTo>
                    <a:pt x="647" y="456"/>
                  </a:lnTo>
                  <a:lnTo>
                    <a:pt x="642" y="428"/>
                  </a:lnTo>
                  <a:lnTo>
                    <a:pt x="637" y="400"/>
                  </a:lnTo>
                  <a:lnTo>
                    <a:pt x="632" y="375"/>
                  </a:lnTo>
                  <a:lnTo>
                    <a:pt x="625" y="350"/>
                  </a:lnTo>
                  <a:lnTo>
                    <a:pt x="612" y="300"/>
                  </a:lnTo>
                  <a:lnTo>
                    <a:pt x="597" y="250"/>
                  </a:lnTo>
                  <a:lnTo>
                    <a:pt x="589" y="228"/>
                  </a:lnTo>
                  <a:lnTo>
                    <a:pt x="580" y="206"/>
                  </a:lnTo>
                  <a:lnTo>
                    <a:pt x="571" y="184"/>
                  </a:lnTo>
                  <a:lnTo>
                    <a:pt x="561" y="166"/>
                  </a:lnTo>
                  <a:lnTo>
                    <a:pt x="540" y="125"/>
                  </a:lnTo>
                  <a:lnTo>
                    <a:pt x="529" y="109"/>
                  </a:lnTo>
                  <a:lnTo>
                    <a:pt x="519" y="94"/>
                  </a:lnTo>
                  <a:lnTo>
                    <a:pt x="508" y="81"/>
                  </a:lnTo>
                  <a:lnTo>
                    <a:pt x="497" y="69"/>
                  </a:lnTo>
                  <a:lnTo>
                    <a:pt x="475" y="47"/>
                  </a:lnTo>
                  <a:lnTo>
                    <a:pt x="464" y="38"/>
                  </a:lnTo>
                  <a:lnTo>
                    <a:pt x="452" y="31"/>
                  </a:lnTo>
                  <a:lnTo>
                    <a:pt x="440" y="22"/>
                  </a:lnTo>
                  <a:lnTo>
                    <a:pt x="429" y="16"/>
                  </a:lnTo>
                  <a:lnTo>
                    <a:pt x="406" y="6"/>
                  </a:lnTo>
                  <a:lnTo>
                    <a:pt x="393" y="3"/>
                  </a:lnTo>
                  <a:lnTo>
                    <a:pt x="381" y="3"/>
                  </a:lnTo>
                  <a:lnTo>
                    <a:pt x="370" y="0"/>
                  </a:lnTo>
                  <a:lnTo>
                    <a:pt x="358" y="0"/>
                  </a:lnTo>
                  <a:lnTo>
                    <a:pt x="353" y="0"/>
                  </a:lnTo>
                  <a:lnTo>
                    <a:pt x="339" y="0"/>
                  </a:lnTo>
                  <a:lnTo>
                    <a:pt x="325" y="3"/>
                  </a:lnTo>
                  <a:lnTo>
                    <a:pt x="311" y="6"/>
                  </a:lnTo>
                  <a:lnTo>
                    <a:pt x="297" y="9"/>
                  </a:lnTo>
                  <a:lnTo>
                    <a:pt x="284" y="16"/>
                  </a:lnTo>
                  <a:lnTo>
                    <a:pt x="271" y="22"/>
                  </a:lnTo>
                  <a:lnTo>
                    <a:pt x="258" y="28"/>
                  </a:lnTo>
                  <a:lnTo>
                    <a:pt x="245" y="34"/>
                  </a:lnTo>
                  <a:lnTo>
                    <a:pt x="234" y="44"/>
                  </a:lnTo>
                  <a:lnTo>
                    <a:pt x="222" y="53"/>
                  </a:lnTo>
                  <a:lnTo>
                    <a:pt x="199" y="78"/>
                  </a:lnTo>
                  <a:lnTo>
                    <a:pt x="177" y="103"/>
                  </a:lnTo>
                  <a:lnTo>
                    <a:pt x="167" y="119"/>
                  </a:lnTo>
                  <a:lnTo>
                    <a:pt x="158" y="134"/>
                  </a:lnTo>
                  <a:lnTo>
                    <a:pt x="139" y="169"/>
                  </a:lnTo>
                  <a:lnTo>
                    <a:pt x="130" y="187"/>
                  </a:lnTo>
                  <a:lnTo>
                    <a:pt x="121" y="206"/>
                  </a:lnTo>
                  <a:lnTo>
                    <a:pt x="112" y="225"/>
                  </a:lnTo>
                  <a:lnTo>
                    <a:pt x="104" y="247"/>
                  </a:lnTo>
                  <a:lnTo>
                    <a:pt x="97" y="269"/>
                  </a:lnTo>
                  <a:lnTo>
                    <a:pt x="89" y="290"/>
                  </a:lnTo>
                  <a:lnTo>
                    <a:pt x="81" y="312"/>
                  </a:lnTo>
                  <a:lnTo>
                    <a:pt x="75" y="334"/>
                  </a:lnTo>
                  <a:lnTo>
                    <a:pt x="62" y="384"/>
                  </a:lnTo>
                  <a:lnTo>
                    <a:pt x="55" y="409"/>
                  </a:lnTo>
                  <a:lnTo>
                    <a:pt x="50" y="434"/>
                  </a:lnTo>
                  <a:lnTo>
                    <a:pt x="40" y="490"/>
                  </a:lnTo>
                  <a:lnTo>
                    <a:pt x="30" y="546"/>
                  </a:lnTo>
                  <a:lnTo>
                    <a:pt x="22" y="606"/>
                  </a:lnTo>
                  <a:lnTo>
                    <a:pt x="18" y="634"/>
                  </a:lnTo>
                  <a:lnTo>
                    <a:pt x="16" y="665"/>
                  </a:lnTo>
                  <a:lnTo>
                    <a:pt x="9" y="724"/>
                  </a:lnTo>
                  <a:lnTo>
                    <a:pt x="8" y="756"/>
                  </a:lnTo>
                  <a:lnTo>
                    <a:pt x="5" y="790"/>
                  </a:lnTo>
                  <a:lnTo>
                    <a:pt x="3" y="852"/>
                  </a:lnTo>
                  <a:lnTo>
                    <a:pt x="0" y="921"/>
                  </a:lnTo>
                  <a:lnTo>
                    <a:pt x="0" y="990"/>
                  </a:lnTo>
                  <a:lnTo>
                    <a:pt x="0" y="1046"/>
                  </a:lnTo>
                  <a:lnTo>
                    <a:pt x="2" y="1099"/>
                  </a:lnTo>
                  <a:lnTo>
                    <a:pt x="4" y="1152"/>
                  </a:lnTo>
                  <a:lnTo>
                    <a:pt x="7" y="1202"/>
                  </a:lnTo>
                  <a:lnTo>
                    <a:pt x="11" y="1252"/>
                  </a:lnTo>
                  <a:lnTo>
                    <a:pt x="16" y="1302"/>
                  </a:lnTo>
                  <a:lnTo>
                    <a:pt x="21" y="1349"/>
                  </a:lnTo>
                  <a:lnTo>
                    <a:pt x="26" y="1392"/>
                  </a:lnTo>
                  <a:lnTo>
                    <a:pt x="34" y="1436"/>
                  </a:lnTo>
                  <a:lnTo>
                    <a:pt x="38" y="1458"/>
                  </a:lnTo>
                  <a:lnTo>
                    <a:pt x="41" y="1477"/>
                  </a:lnTo>
                  <a:lnTo>
                    <a:pt x="49" y="1517"/>
                  </a:lnTo>
                  <a:lnTo>
                    <a:pt x="58" y="1555"/>
                  </a:lnTo>
                  <a:lnTo>
                    <a:pt x="68" y="1592"/>
                  </a:lnTo>
                  <a:lnTo>
                    <a:pt x="79" y="1626"/>
                  </a:lnTo>
                  <a:lnTo>
                    <a:pt x="90" y="1661"/>
                  </a:lnTo>
                  <a:lnTo>
                    <a:pt x="103" y="1692"/>
                  </a:lnTo>
                  <a:lnTo>
                    <a:pt x="116" y="1723"/>
                  </a:lnTo>
                  <a:lnTo>
                    <a:pt x="123" y="1739"/>
                  </a:lnTo>
                  <a:lnTo>
                    <a:pt x="130" y="1751"/>
                  </a:lnTo>
                  <a:lnTo>
                    <a:pt x="144" y="1776"/>
                  </a:lnTo>
                  <a:lnTo>
                    <a:pt x="159" y="1801"/>
                  </a:lnTo>
                  <a:lnTo>
                    <a:pt x="175" y="1823"/>
                  </a:lnTo>
                  <a:lnTo>
                    <a:pt x="191" y="1845"/>
                  </a:lnTo>
                  <a:lnTo>
                    <a:pt x="208" y="1864"/>
                  </a:lnTo>
                  <a:lnTo>
                    <a:pt x="226" y="1879"/>
                  </a:lnTo>
                  <a:lnTo>
                    <a:pt x="245" y="1895"/>
                  </a:lnTo>
                  <a:lnTo>
                    <a:pt x="265" y="1907"/>
                  </a:lnTo>
                  <a:lnTo>
                    <a:pt x="284" y="1920"/>
                  </a:lnTo>
                  <a:lnTo>
                    <a:pt x="304" y="1929"/>
                  </a:lnTo>
                  <a:lnTo>
                    <a:pt x="326" y="1936"/>
                  </a:lnTo>
                  <a:lnTo>
                    <a:pt x="348" y="1942"/>
                  </a:lnTo>
                  <a:lnTo>
                    <a:pt x="370" y="1945"/>
                  </a:lnTo>
                  <a:lnTo>
                    <a:pt x="393" y="1945"/>
                  </a:lnTo>
                  <a:lnTo>
                    <a:pt x="425" y="1942"/>
                  </a:lnTo>
                  <a:lnTo>
                    <a:pt x="456" y="1936"/>
                  </a:lnTo>
                  <a:lnTo>
                    <a:pt x="471" y="1932"/>
                  </a:lnTo>
                  <a:lnTo>
                    <a:pt x="485" y="1926"/>
                  </a:lnTo>
                  <a:lnTo>
                    <a:pt x="499" y="1920"/>
                  </a:lnTo>
                  <a:lnTo>
                    <a:pt x="514" y="1911"/>
                  </a:lnTo>
                  <a:lnTo>
                    <a:pt x="528" y="1901"/>
                  </a:lnTo>
                  <a:lnTo>
                    <a:pt x="542" y="1892"/>
                  </a:lnTo>
                  <a:lnTo>
                    <a:pt x="570" y="1867"/>
                  </a:lnTo>
                  <a:lnTo>
                    <a:pt x="584" y="1854"/>
                  </a:lnTo>
                  <a:lnTo>
                    <a:pt x="598" y="1842"/>
                  </a:lnTo>
                  <a:lnTo>
                    <a:pt x="626" y="1811"/>
                  </a:lnTo>
                  <a:lnTo>
                    <a:pt x="634" y="1786"/>
                  </a:lnTo>
                  <a:lnTo>
                    <a:pt x="639" y="1626"/>
                  </a:lnTo>
                  <a:lnTo>
                    <a:pt x="643" y="1545"/>
                  </a:lnTo>
                  <a:lnTo>
                    <a:pt x="647" y="1467"/>
                  </a:lnTo>
                  <a:lnTo>
                    <a:pt x="635" y="1449"/>
                  </a:lnTo>
                  <a:lnTo>
                    <a:pt x="623" y="1474"/>
                  </a:lnTo>
                  <a:lnTo>
                    <a:pt x="609" y="1499"/>
                  </a:lnTo>
                  <a:lnTo>
                    <a:pt x="596" y="1520"/>
                  </a:lnTo>
                  <a:lnTo>
                    <a:pt x="582" y="1542"/>
                  </a:lnTo>
                  <a:lnTo>
                    <a:pt x="569" y="1561"/>
                  </a:lnTo>
                  <a:lnTo>
                    <a:pt x="555" y="1580"/>
                  </a:lnTo>
                  <a:lnTo>
                    <a:pt x="540" y="1595"/>
                  </a:lnTo>
                  <a:lnTo>
                    <a:pt x="525" y="1608"/>
                  </a:lnTo>
                  <a:lnTo>
                    <a:pt x="511" y="1620"/>
                  </a:lnTo>
                  <a:lnTo>
                    <a:pt x="496" y="1630"/>
                  </a:lnTo>
                  <a:lnTo>
                    <a:pt x="480" y="1639"/>
                  </a:lnTo>
                  <a:lnTo>
                    <a:pt x="472" y="1642"/>
                  </a:lnTo>
                  <a:lnTo>
                    <a:pt x="465" y="1648"/>
                  </a:lnTo>
                  <a:lnTo>
                    <a:pt x="448" y="1651"/>
                  </a:lnTo>
                  <a:lnTo>
                    <a:pt x="433" y="1658"/>
                  </a:lnTo>
                  <a:lnTo>
                    <a:pt x="416" y="1658"/>
                  </a:lnTo>
                  <a:lnTo>
                    <a:pt x="399" y="1661"/>
                  </a:lnTo>
                  <a:lnTo>
                    <a:pt x="384" y="1658"/>
                  </a:lnTo>
                  <a:lnTo>
                    <a:pt x="370" y="1655"/>
                  </a:lnTo>
                  <a:lnTo>
                    <a:pt x="356" y="1651"/>
                  </a:lnTo>
                  <a:lnTo>
                    <a:pt x="343" y="1648"/>
                  </a:lnTo>
                  <a:lnTo>
                    <a:pt x="330" y="1639"/>
                  </a:lnTo>
                  <a:lnTo>
                    <a:pt x="317" y="1633"/>
                  </a:lnTo>
                  <a:lnTo>
                    <a:pt x="306" y="1623"/>
                  </a:lnTo>
                  <a:lnTo>
                    <a:pt x="294" y="1614"/>
                  </a:lnTo>
                  <a:lnTo>
                    <a:pt x="283" y="1602"/>
                  </a:lnTo>
                  <a:lnTo>
                    <a:pt x="272" y="1589"/>
                  </a:lnTo>
                  <a:lnTo>
                    <a:pt x="262" y="1573"/>
                  </a:lnTo>
                  <a:lnTo>
                    <a:pt x="253" y="1558"/>
                  </a:lnTo>
                  <a:lnTo>
                    <a:pt x="244" y="1539"/>
                  </a:lnTo>
                  <a:lnTo>
                    <a:pt x="235" y="1520"/>
                  </a:lnTo>
                  <a:lnTo>
                    <a:pt x="226" y="1502"/>
                  </a:lnTo>
                  <a:lnTo>
                    <a:pt x="218" y="1480"/>
                  </a:lnTo>
                  <a:lnTo>
                    <a:pt x="212" y="1458"/>
                  </a:lnTo>
                  <a:lnTo>
                    <a:pt x="204" y="1436"/>
                  </a:lnTo>
                  <a:lnTo>
                    <a:pt x="198" y="1411"/>
                  </a:lnTo>
                  <a:lnTo>
                    <a:pt x="193" y="1386"/>
                  </a:lnTo>
                  <a:lnTo>
                    <a:pt x="186" y="1361"/>
                  </a:lnTo>
                  <a:lnTo>
                    <a:pt x="183" y="1333"/>
                  </a:lnTo>
                  <a:lnTo>
                    <a:pt x="177" y="1308"/>
                  </a:lnTo>
                  <a:lnTo>
                    <a:pt x="174" y="1280"/>
                  </a:lnTo>
                  <a:lnTo>
                    <a:pt x="170" y="1249"/>
                  </a:lnTo>
                  <a:lnTo>
                    <a:pt x="167" y="1221"/>
                  </a:lnTo>
                  <a:lnTo>
                    <a:pt x="165" y="1189"/>
                  </a:lnTo>
                  <a:lnTo>
                    <a:pt x="162" y="1155"/>
                  </a:lnTo>
                  <a:lnTo>
                    <a:pt x="161" y="1124"/>
                  </a:lnTo>
                  <a:lnTo>
                    <a:pt x="159" y="1090"/>
                  </a:lnTo>
                  <a:lnTo>
                    <a:pt x="158" y="1055"/>
                  </a:lnTo>
                  <a:lnTo>
                    <a:pt x="158" y="1021"/>
                  </a:lnTo>
                  <a:lnTo>
                    <a:pt x="202" y="1018"/>
                  </a:lnTo>
                  <a:lnTo>
                    <a:pt x="245" y="1018"/>
                  </a:lnTo>
                  <a:lnTo>
                    <a:pt x="333" y="1018"/>
                  </a:lnTo>
                  <a:lnTo>
                    <a:pt x="410" y="1018"/>
                  </a:lnTo>
                  <a:lnTo>
                    <a:pt x="538" y="1018"/>
                  </a:lnTo>
                  <a:lnTo>
                    <a:pt x="666" y="1021"/>
                  </a:lnTo>
                  <a:lnTo>
                    <a:pt x="677" y="999"/>
                  </a:lnTo>
                  <a:close/>
                  <a:moveTo>
                    <a:pt x="524" y="746"/>
                  </a:moveTo>
                  <a:lnTo>
                    <a:pt x="424" y="749"/>
                  </a:lnTo>
                  <a:lnTo>
                    <a:pt x="324" y="749"/>
                  </a:lnTo>
                  <a:lnTo>
                    <a:pt x="158" y="749"/>
                  </a:lnTo>
                  <a:lnTo>
                    <a:pt x="161" y="699"/>
                  </a:lnTo>
                  <a:lnTo>
                    <a:pt x="165" y="653"/>
                  </a:lnTo>
                  <a:lnTo>
                    <a:pt x="167" y="631"/>
                  </a:lnTo>
                  <a:lnTo>
                    <a:pt x="170" y="609"/>
                  </a:lnTo>
                  <a:lnTo>
                    <a:pt x="176" y="565"/>
                  </a:lnTo>
                  <a:lnTo>
                    <a:pt x="184" y="521"/>
                  </a:lnTo>
                  <a:lnTo>
                    <a:pt x="193" y="481"/>
                  </a:lnTo>
                  <a:lnTo>
                    <a:pt x="198" y="462"/>
                  </a:lnTo>
                  <a:lnTo>
                    <a:pt x="203" y="443"/>
                  </a:lnTo>
                  <a:lnTo>
                    <a:pt x="215" y="406"/>
                  </a:lnTo>
                  <a:lnTo>
                    <a:pt x="221" y="390"/>
                  </a:lnTo>
                  <a:lnTo>
                    <a:pt x="227" y="372"/>
                  </a:lnTo>
                  <a:lnTo>
                    <a:pt x="243" y="343"/>
                  </a:lnTo>
                  <a:lnTo>
                    <a:pt x="249" y="331"/>
                  </a:lnTo>
                  <a:lnTo>
                    <a:pt x="257" y="319"/>
                  </a:lnTo>
                  <a:lnTo>
                    <a:pt x="266" y="306"/>
                  </a:lnTo>
                  <a:lnTo>
                    <a:pt x="274" y="297"/>
                  </a:lnTo>
                  <a:lnTo>
                    <a:pt x="283" y="287"/>
                  </a:lnTo>
                  <a:lnTo>
                    <a:pt x="292" y="281"/>
                  </a:lnTo>
                  <a:lnTo>
                    <a:pt x="310" y="269"/>
                  </a:lnTo>
                  <a:lnTo>
                    <a:pt x="320" y="265"/>
                  </a:lnTo>
                  <a:lnTo>
                    <a:pt x="330" y="259"/>
                  </a:lnTo>
                  <a:lnTo>
                    <a:pt x="340" y="259"/>
                  </a:lnTo>
                  <a:lnTo>
                    <a:pt x="351" y="256"/>
                  </a:lnTo>
                  <a:lnTo>
                    <a:pt x="366" y="259"/>
                  </a:lnTo>
                  <a:lnTo>
                    <a:pt x="380" y="262"/>
                  </a:lnTo>
                  <a:lnTo>
                    <a:pt x="388" y="265"/>
                  </a:lnTo>
                  <a:lnTo>
                    <a:pt x="394" y="269"/>
                  </a:lnTo>
                  <a:lnTo>
                    <a:pt x="401" y="275"/>
                  </a:lnTo>
                  <a:lnTo>
                    <a:pt x="407" y="278"/>
                  </a:lnTo>
                  <a:lnTo>
                    <a:pt x="420" y="290"/>
                  </a:lnTo>
                  <a:lnTo>
                    <a:pt x="431" y="306"/>
                  </a:lnTo>
                  <a:lnTo>
                    <a:pt x="443" y="322"/>
                  </a:lnTo>
                  <a:lnTo>
                    <a:pt x="449" y="331"/>
                  </a:lnTo>
                  <a:lnTo>
                    <a:pt x="455" y="340"/>
                  </a:lnTo>
                  <a:lnTo>
                    <a:pt x="464" y="362"/>
                  </a:lnTo>
                  <a:lnTo>
                    <a:pt x="474" y="384"/>
                  </a:lnTo>
                  <a:lnTo>
                    <a:pt x="481" y="412"/>
                  </a:lnTo>
                  <a:lnTo>
                    <a:pt x="489" y="437"/>
                  </a:lnTo>
                  <a:lnTo>
                    <a:pt x="497" y="465"/>
                  </a:lnTo>
                  <a:lnTo>
                    <a:pt x="503" y="496"/>
                  </a:lnTo>
                  <a:lnTo>
                    <a:pt x="508" y="531"/>
                  </a:lnTo>
                  <a:lnTo>
                    <a:pt x="514" y="565"/>
                  </a:lnTo>
                  <a:lnTo>
                    <a:pt x="517" y="593"/>
                  </a:lnTo>
                  <a:lnTo>
                    <a:pt x="520" y="631"/>
                  </a:lnTo>
                  <a:lnTo>
                    <a:pt x="523" y="665"/>
                  </a:lnTo>
                  <a:lnTo>
                    <a:pt x="524" y="696"/>
                  </a:lnTo>
                  <a:lnTo>
                    <a:pt x="524" y="74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8328" name="Freeform 8"/>
            <p:cNvSpPr>
              <a:spLocks/>
            </p:cNvSpPr>
            <p:nvPr/>
          </p:nvSpPr>
          <p:spPr bwMode="auto">
            <a:xfrm>
              <a:off x="2322" y="2393"/>
              <a:ext cx="576" cy="685"/>
            </a:xfrm>
            <a:custGeom>
              <a:avLst/>
              <a:gdLst/>
              <a:ahLst/>
              <a:cxnLst>
                <a:cxn ang="0">
                  <a:pos x="667" y="1780"/>
                </a:cxn>
                <a:cxn ang="0">
                  <a:pos x="664" y="1602"/>
                </a:cxn>
                <a:cxn ang="0">
                  <a:pos x="661" y="1333"/>
                </a:cxn>
                <a:cxn ang="0">
                  <a:pos x="661" y="737"/>
                </a:cxn>
                <a:cxn ang="0">
                  <a:pos x="658" y="544"/>
                </a:cxn>
                <a:cxn ang="0">
                  <a:pos x="653" y="447"/>
                </a:cxn>
                <a:cxn ang="0">
                  <a:pos x="646" y="356"/>
                </a:cxn>
                <a:cxn ang="0">
                  <a:pos x="633" y="272"/>
                </a:cxn>
                <a:cxn ang="0">
                  <a:pos x="620" y="216"/>
                </a:cxn>
                <a:cxn ang="0">
                  <a:pos x="610" y="185"/>
                </a:cxn>
                <a:cxn ang="0">
                  <a:pos x="592" y="141"/>
                </a:cxn>
                <a:cxn ang="0">
                  <a:pos x="572" y="100"/>
                </a:cxn>
                <a:cxn ang="0">
                  <a:pos x="551" y="69"/>
                </a:cxn>
                <a:cxn ang="0">
                  <a:pos x="528" y="44"/>
                </a:cxn>
                <a:cxn ang="0">
                  <a:pos x="503" y="25"/>
                </a:cxn>
                <a:cxn ang="0">
                  <a:pos x="470" y="7"/>
                </a:cxn>
                <a:cxn ang="0">
                  <a:pos x="434" y="0"/>
                </a:cxn>
                <a:cxn ang="0">
                  <a:pos x="397" y="7"/>
                </a:cxn>
                <a:cxn ang="0">
                  <a:pos x="361" y="16"/>
                </a:cxn>
                <a:cxn ang="0">
                  <a:pos x="327" y="35"/>
                </a:cxn>
                <a:cxn ang="0">
                  <a:pos x="295" y="63"/>
                </a:cxn>
                <a:cxn ang="0">
                  <a:pos x="265" y="94"/>
                </a:cxn>
                <a:cxn ang="0">
                  <a:pos x="235" y="132"/>
                </a:cxn>
                <a:cxn ang="0">
                  <a:pos x="204" y="175"/>
                </a:cxn>
                <a:cxn ang="0">
                  <a:pos x="175" y="41"/>
                </a:cxn>
                <a:cxn ang="0">
                  <a:pos x="87" y="50"/>
                </a:cxn>
                <a:cxn ang="0">
                  <a:pos x="9" y="85"/>
                </a:cxn>
                <a:cxn ang="0">
                  <a:pos x="8" y="388"/>
                </a:cxn>
                <a:cxn ang="0">
                  <a:pos x="14" y="665"/>
                </a:cxn>
                <a:cxn ang="0">
                  <a:pos x="17" y="943"/>
                </a:cxn>
                <a:cxn ang="0">
                  <a:pos x="18" y="1386"/>
                </a:cxn>
                <a:cxn ang="0">
                  <a:pos x="14" y="1880"/>
                </a:cxn>
                <a:cxn ang="0">
                  <a:pos x="98" y="1895"/>
                </a:cxn>
                <a:cxn ang="0">
                  <a:pos x="184" y="1867"/>
                </a:cxn>
                <a:cxn ang="0">
                  <a:pos x="179" y="1627"/>
                </a:cxn>
                <a:cxn ang="0">
                  <a:pos x="175" y="1383"/>
                </a:cxn>
                <a:cxn ang="0">
                  <a:pos x="172" y="1140"/>
                </a:cxn>
                <a:cxn ang="0">
                  <a:pos x="172" y="506"/>
                </a:cxn>
                <a:cxn ang="0">
                  <a:pos x="218" y="428"/>
                </a:cxn>
                <a:cxn ang="0">
                  <a:pos x="263" y="366"/>
                </a:cxn>
                <a:cxn ang="0">
                  <a:pos x="288" y="341"/>
                </a:cxn>
                <a:cxn ang="0">
                  <a:pos x="313" y="322"/>
                </a:cxn>
                <a:cxn ang="0">
                  <a:pos x="334" y="313"/>
                </a:cxn>
                <a:cxn ang="0">
                  <a:pos x="354" y="306"/>
                </a:cxn>
                <a:cxn ang="0">
                  <a:pos x="388" y="310"/>
                </a:cxn>
                <a:cxn ang="0">
                  <a:pos x="404" y="316"/>
                </a:cxn>
                <a:cxn ang="0">
                  <a:pos x="420" y="325"/>
                </a:cxn>
                <a:cxn ang="0">
                  <a:pos x="434" y="341"/>
                </a:cxn>
                <a:cxn ang="0">
                  <a:pos x="452" y="369"/>
                </a:cxn>
                <a:cxn ang="0">
                  <a:pos x="462" y="391"/>
                </a:cxn>
                <a:cxn ang="0">
                  <a:pos x="475" y="434"/>
                </a:cxn>
                <a:cxn ang="0">
                  <a:pos x="487" y="497"/>
                </a:cxn>
                <a:cxn ang="0">
                  <a:pos x="497" y="569"/>
                </a:cxn>
                <a:cxn ang="0">
                  <a:pos x="503" y="644"/>
                </a:cxn>
                <a:cxn ang="0">
                  <a:pos x="506" y="722"/>
                </a:cxn>
                <a:cxn ang="0">
                  <a:pos x="507" y="881"/>
                </a:cxn>
                <a:cxn ang="0">
                  <a:pos x="507" y="1021"/>
                </a:cxn>
                <a:cxn ang="0">
                  <a:pos x="506" y="1880"/>
                </a:cxn>
                <a:cxn ang="0">
                  <a:pos x="588" y="1895"/>
                </a:cxn>
                <a:cxn ang="0">
                  <a:pos x="670" y="1867"/>
                </a:cxn>
              </a:cxnLst>
              <a:rect l="0" t="0" r="r" b="b"/>
              <a:pathLst>
                <a:path w="670" h="1905">
                  <a:moveTo>
                    <a:pt x="670" y="1867"/>
                  </a:moveTo>
                  <a:lnTo>
                    <a:pt x="667" y="1780"/>
                  </a:lnTo>
                  <a:lnTo>
                    <a:pt x="665" y="1689"/>
                  </a:lnTo>
                  <a:lnTo>
                    <a:pt x="664" y="1602"/>
                  </a:lnTo>
                  <a:lnTo>
                    <a:pt x="662" y="1511"/>
                  </a:lnTo>
                  <a:lnTo>
                    <a:pt x="661" y="1333"/>
                  </a:lnTo>
                  <a:lnTo>
                    <a:pt x="661" y="1155"/>
                  </a:lnTo>
                  <a:lnTo>
                    <a:pt x="661" y="737"/>
                  </a:lnTo>
                  <a:lnTo>
                    <a:pt x="660" y="644"/>
                  </a:lnTo>
                  <a:lnTo>
                    <a:pt x="658" y="544"/>
                  </a:lnTo>
                  <a:lnTo>
                    <a:pt x="656" y="494"/>
                  </a:lnTo>
                  <a:lnTo>
                    <a:pt x="653" y="447"/>
                  </a:lnTo>
                  <a:lnTo>
                    <a:pt x="651" y="400"/>
                  </a:lnTo>
                  <a:lnTo>
                    <a:pt x="646" y="356"/>
                  </a:lnTo>
                  <a:lnTo>
                    <a:pt x="639" y="313"/>
                  </a:lnTo>
                  <a:lnTo>
                    <a:pt x="633" y="272"/>
                  </a:lnTo>
                  <a:lnTo>
                    <a:pt x="624" y="235"/>
                  </a:lnTo>
                  <a:lnTo>
                    <a:pt x="620" y="216"/>
                  </a:lnTo>
                  <a:lnTo>
                    <a:pt x="615" y="200"/>
                  </a:lnTo>
                  <a:lnTo>
                    <a:pt x="610" y="185"/>
                  </a:lnTo>
                  <a:lnTo>
                    <a:pt x="605" y="169"/>
                  </a:lnTo>
                  <a:lnTo>
                    <a:pt x="592" y="141"/>
                  </a:lnTo>
                  <a:lnTo>
                    <a:pt x="579" y="113"/>
                  </a:lnTo>
                  <a:lnTo>
                    <a:pt x="572" y="100"/>
                  </a:lnTo>
                  <a:lnTo>
                    <a:pt x="566" y="91"/>
                  </a:lnTo>
                  <a:lnTo>
                    <a:pt x="551" y="69"/>
                  </a:lnTo>
                  <a:lnTo>
                    <a:pt x="535" y="50"/>
                  </a:lnTo>
                  <a:lnTo>
                    <a:pt x="528" y="44"/>
                  </a:lnTo>
                  <a:lnTo>
                    <a:pt x="520" y="38"/>
                  </a:lnTo>
                  <a:lnTo>
                    <a:pt x="503" y="25"/>
                  </a:lnTo>
                  <a:lnTo>
                    <a:pt x="487" y="13"/>
                  </a:lnTo>
                  <a:lnTo>
                    <a:pt x="470" y="7"/>
                  </a:lnTo>
                  <a:lnTo>
                    <a:pt x="452" y="4"/>
                  </a:lnTo>
                  <a:lnTo>
                    <a:pt x="434" y="0"/>
                  </a:lnTo>
                  <a:lnTo>
                    <a:pt x="415" y="4"/>
                  </a:lnTo>
                  <a:lnTo>
                    <a:pt x="397" y="7"/>
                  </a:lnTo>
                  <a:lnTo>
                    <a:pt x="379" y="10"/>
                  </a:lnTo>
                  <a:lnTo>
                    <a:pt x="361" y="16"/>
                  </a:lnTo>
                  <a:lnTo>
                    <a:pt x="344" y="25"/>
                  </a:lnTo>
                  <a:lnTo>
                    <a:pt x="327" y="35"/>
                  </a:lnTo>
                  <a:lnTo>
                    <a:pt x="312" y="47"/>
                  </a:lnTo>
                  <a:lnTo>
                    <a:pt x="295" y="63"/>
                  </a:lnTo>
                  <a:lnTo>
                    <a:pt x="280" y="79"/>
                  </a:lnTo>
                  <a:lnTo>
                    <a:pt x="265" y="94"/>
                  </a:lnTo>
                  <a:lnTo>
                    <a:pt x="249" y="113"/>
                  </a:lnTo>
                  <a:lnTo>
                    <a:pt x="235" y="132"/>
                  </a:lnTo>
                  <a:lnTo>
                    <a:pt x="220" y="153"/>
                  </a:lnTo>
                  <a:lnTo>
                    <a:pt x="204" y="175"/>
                  </a:lnTo>
                  <a:lnTo>
                    <a:pt x="173" y="222"/>
                  </a:lnTo>
                  <a:lnTo>
                    <a:pt x="175" y="41"/>
                  </a:lnTo>
                  <a:lnTo>
                    <a:pt x="164" y="13"/>
                  </a:lnTo>
                  <a:lnTo>
                    <a:pt x="87" y="50"/>
                  </a:lnTo>
                  <a:lnTo>
                    <a:pt x="48" y="66"/>
                  </a:lnTo>
                  <a:lnTo>
                    <a:pt x="9" y="85"/>
                  </a:lnTo>
                  <a:lnTo>
                    <a:pt x="0" y="110"/>
                  </a:lnTo>
                  <a:lnTo>
                    <a:pt x="8" y="388"/>
                  </a:lnTo>
                  <a:lnTo>
                    <a:pt x="12" y="525"/>
                  </a:lnTo>
                  <a:lnTo>
                    <a:pt x="14" y="665"/>
                  </a:lnTo>
                  <a:lnTo>
                    <a:pt x="16" y="806"/>
                  </a:lnTo>
                  <a:lnTo>
                    <a:pt x="17" y="943"/>
                  </a:lnTo>
                  <a:lnTo>
                    <a:pt x="18" y="1221"/>
                  </a:lnTo>
                  <a:lnTo>
                    <a:pt x="18" y="1386"/>
                  </a:lnTo>
                  <a:lnTo>
                    <a:pt x="17" y="1552"/>
                  </a:lnTo>
                  <a:lnTo>
                    <a:pt x="14" y="1880"/>
                  </a:lnTo>
                  <a:lnTo>
                    <a:pt x="21" y="1905"/>
                  </a:lnTo>
                  <a:lnTo>
                    <a:pt x="98" y="1895"/>
                  </a:lnTo>
                  <a:lnTo>
                    <a:pt x="175" y="1889"/>
                  </a:lnTo>
                  <a:lnTo>
                    <a:pt x="184" y="1867"/>
                  </a:lnTo>
                  <a:lnTo>
                    <a:pt x="181" y="1745"/>
                  </a:lnTo>
                  <a:lnTo>
                    <a:pt x="179" y="1627"/>
                  </a:lnTo>
                  <a:lnTo>
                    <a:pt x="176" y="1505"/>
                  </a:lnTo>
                  <a:lnTo>
                    <a:pt x="175" y="1383"/>
                  </a:lnTo>
                  <a:lnTo>
                    <a:pt x="173" y="1262"/>
                  </a:lnTo>
                  <a:lnTo>
                    <a:pt x="172" y="1140"/>
                  </a:lnTo>
                  <a:lnTo>
                    <a:pt x="172" y="896"/>
                  </a:lnTo>
                  <a:lnTo>
                    <a:pt x="172" y="506"/>
                  </a:lnTo>
                  <a:lnTo>
                    <a:pt x="195" y="466"/>
                  </a:lnTo>
                  <a:lnTo>
                    <a:pt x="218" y="428"/>
                  </a:lnTo>
                  <a:lnTo>
                    <a:pt x="240" y="394"/>
                  </a:lnTo>
                  <a:lnTo>
                    <a:pt x="263" y="366"/>
                  </a:lnTo>
                  <a:lnTo>
                    <a:pt x="276" y="350"/>
                  </a:lnTo>
                  <a:lnTo>
                    <a:pt x="288" y="341"/>
                  </a:lnTo>
                  <a:lnTo>
                    <a:pt x="300" y="328"/>
                  </a:lnTo>
                  <a:lnTo>
                    <a:pt x="313" y="322"/>
                  </a:lnTo>
                  <a:lnTo>
                    <a:pt x="326" y="316"/>
                  </a:lnTo>
                  <a:lnTo>
                    <a:pt x="334" y="313"/>
                  </a:lnTo>
                  <a:lnTo>
                    <a:pt x="340" y="310"/>
                  </a:lnTo>
                  <a:lnTo>
                    <a:pt x="354" y="306"/>
                  </a:lnTo>
                  <a:lnTo>
                    <a:pt x="368" y="306"/>
                  </a:lnTo>
                  <a:lnTo>
                    <a:pt x="388" y="310"/>
                  </a:lnTo>
                  <a:lnTo>
                    <a:pt x="395" y="313"/>
                  </a:lnTo>
                  <a:lnTo>
                    <a:pt x="404" y="316"/>
                  </a:lnTo>
                  <a:lnTo>
                    <a:pt x="412" y="319"/>
                  </a:lnTo>
                  <a:lnTo>
                    <a:pt x="420" y="325"/>
                  </a:lnTo>
                  <a:lnTo>
                    <a:pt x="426" y="331"/>
                  </a:lnTo>
                  <a:lnTo>
                    <a:pt x="434" y="341"/>
                  </a:lnTo>
                  <a:lnTo>
                    <a:pt x="445" y="359"/>
                  </a:lnTo>
                  <a:lnTo>
                    <a:pt x="452" y="369"/>
                  </a:lnTo>
                  <a:lnTo>
                    <a:pt x="457" y="378"/>
                  </a:lnTo>
                  <a:lnTo>
                    <a:pt x="462" y="391"/>
                  </a:lnTo>
                  <a:lnTo>
                    <a:pt x="466" y="406"/>
                  </a:lnTo>
                  <a:lnTo>
                    <a:pt x="475" y="434"/>
                  </a:lnTo>
                  <a:lnTo>
                    <a:pt x="481" y="466"/>
                  </a:lnTo>
                  <a:lnTo>
                    <a:pt x="487" y="497"/>
                  </a:lnTo>
                  <a:lnTo>
                    <a:pt x="493" y="531"/>
                  </a:lnTo>
                  <a:lnTo>
                    <a:pt x="497" y="569"/>
                  </a:lnTo>
                  <a:lnTo>
                    <a:pt x="501" y="603"/>
                  </a:lnTo>
                  <a:lnTo>
                    <a:pt x="503" y="644"/>
                  </a:lnTo>
                  <a:lnTo>
                    <a:pt x="504" y="681"/>
                  </a:lnTo>
                  <a:lnTo>
                    <a:pt x="506" y="722"/>
                  </a:lnTo>
                  <a:lnTo>
                    <a:pt x="507" y="803"/>
                  </a:lnTo>
                  <a:lnTo>
                    <a:pt x="507" y="881"/>
                  </a:lnTo>
                  <a:lnTo>
                    <a:pt x="507" y="953"/>
                  </a:lnTo>
                  <a:lnTo>
                    <a:pt x="507" y="1021"/>
                  </a:lnTo>
                  <a:lnTo>
                    <a:pt x="507" y="1452"/>
                  </a:lnTo>
                  <a:lnTo>
                    <a:pt x="506" y="1880"/>
                  </a:lnTo>
                  <a:lnTo>
                    <a:pt x="513" y="1905"/>
                  </a:lnTo>
                  <a:lnTo>
                    <a:pt x="588" y="1895"/>
                  </a:lnTo>
                  <a:lnTo>
                    <a:pt x="661" y="1889"/>
                  </a:lnTo>
                  <a:lnTo>
                    <a:pt x="670" y="18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8329" name="Freeform 9"/>
            <p:cNvSpPr>
              <a:spLocks noEditPoints="1"/>
            </p:cNvSpPr>
            <p:nvPr/>
          </p:nvSpPr>
          <p:spPr bwMode="auto">
            <a:xfrm>
              <a:off x="3012" y="2035"/>
              <a:ext cx="605" cy="1039"/>
            </a:xfrm>
            <a:custGeom>
              <a:avLst/>
              <a:gdLst/>
              <a:ahLst/>
              <a:cxnLst>
                <a:cxn ang="0">
                  <a:pos x="688" y="2479"/>
                </a:cxn>
                <a:cxn ang="0">
                  <a:pos x="684" y="1433"/>
                </a:cxn>
                <a:cxn ang="0">
                  <a:pos x="692" y="259"/>
                </a:cxn>
                <a:cxn ang="0">
                  <a:pos x="569" y="60"/>
                </a:cxn>
                <a:cxn ang="0">
                  <a:pos x="533" y="481"/>
                </a:cxn>
                <a:cxn ang="0">
                  <a:pos x="537" y="862"/>
                </a:cxn>
                <a:cxn ang="0">
                  <a:pos x="429" y="955"/>
                </a:cxn>
                <a:cxn ang="0">
                  <a:pos x="315" y="984"/>
                </a:cxn>
                <a:cxn ang="0">
                  <a:pos x="239" y="1040"/>
                </a:cxn>
                <a:cxn ang="0">
                  <a:pos x="180" y="1112"/>
                </a:cxn>
                <a:cxn ang="0">
                  <a:pos x="142" y="1177"/>
                </a:cxn>
                <a:cxn ang="0">
                  <a:pos x="98" y="1280"/>
                </a:cxn>
                <a:cxn ang="0">
                  <a:pos x="70" y="1371"/>
                </a:cxn>
                <a:cxn ang="0">
                  <a:pos x="40" y="1502"/>
                </a:cxn>
                <a:cxn ang="0">
                  <a:pos x="18" y="1642"/>
                </a:cxn>
                <a:cxn ang="0">
                  <a:pos x="6" y="1795"/>
                </a:cxn>
                <a:cxn ang="0">
                  <a:pos x="0" y="1958"/>
                </a:cxn>
                <a:cxn ang="0">
                  <a:pos x="9" y="2192"/>
                </a:cxn>
                <a:cxn ang="0">
                  <a:pos x="38" y="2410"/>
                </a:cxn>
                <a:cxn ang="0">
                  <a:pos x="83" y="2601"/>
                </a:cxn>
                <a:cxn ang="0">
                  <a:pos x="129" y="2716"/>
                </a:cxn>
                <a:cxn ang="0">
                  <a:pos x="185" y="2807"/>
                </a:cxn>
                <a:cxn ang="0">
                  <a:pos x="251" y="2863"/>
                </a:cxn>
                <a:cxn ang="0">
                  <a:pos x="328" y="2885"/>
                </a:cxn>
                <a:cxn ang="0">
                  <a:pos x="385" y="2872"/>
                </a:cxn>
                <a:cxn ang="0">
                  <a:pos x="437" y="2838"/>
                </a:cxn>
                <a:cxn ang="0">
                  <a:pos x="509" y="2747"/>
                </a:cxn>
                <a:cxn ang="0">
                  <a:pos x="615" y="2850"/>
                </a:cxn>
                <a:cxn ang="0">
                  <a:pos x="533" y="2048"/>
                </a:cxn>
                <a:cxn ang="0">
                  <a:pos x="494" y="2476"/>
                </a:cxn>
                <a:cxn ang="0">
                  <a:pos x="456" y="2526"/>
                </a:cxn>
                <a:cxn ang="0">
                  <a:pos x="414" y="2557"/>
                </a:cxn>
                <a:cxn ang="0">
                  <a:pos x="369" y="2566"/>
                </a:cxn>
                <a:cxn ang="0">
                  <a:pos x="307" y="2548"/>
                </a:cxn>
                <a:cxn ang="0">
                  <a:pos x="265" y="2507"/>
                </a:cxn>
                <a:cxn ang="0">
                  <a:pos x="230" y="2448"/>
                </a:cxn>
                <a:cxn ang="0">
                  <a:pos x="203" y="2370"/>
                </a:cxn>
                <a:cxn ang="0">
                  <a:pos x="184" y="2276"/>
                </a:cxn>
                <a:cxn ang="0">
                  <a:pos x="165" y="2117"/>
                </a:cxn>
                <a:cxn ang="0">
                  <a:pos x="161" y="1923"/>
                </a:cxn>
                <a:cxn ang="0">
                  <a:pos x="168" y="1764"/>
                </a:cxn>
                <a:cxn ang="0">
                  <a:pos x="185" y="1627"/>
                </a:cxn>
                <a:cxn ang="0">
                  <a:pos x="211" y="1508"/>
                </a:cxn>
                <a:cxn ang="0">
                  <a:pos x="236" y="1433"/>
                </a:cxn>
                <a:cxn ang="0">
                  <a:pos x="279" y="1349"/>
                </a:cxn>
                <a:cxn ang="0">
                  <a:pos x="330" y="1289"/>
                </a:cxn>
                <a:cxn ang="0">
                  <a:pos x="374" y="1261"/>
                </a:cxn>
                <a:cxn ang="0">
                  <a:pos x="441" y="1243"/>
                </a:cxn>
                <a:cxn ang="0">
                  <a:pos x="514" y="1249"/>
                </a:cxn>
                <a:cxn ang="0">
                  <a:pos x="533" y="1923"/>
                </a:cxn>
              </a:cxnLst>
              <a:rect l="0" t="0" r="r" b="b"/>
              <a:pathLst>
                <a:path w="697" h="2885">
                  <a:moveTo>
                    <a:pt x="697" y="2822"/>
                  </a:moveTo>
                  <a:lnTo>
                    <a:pt x="695" y="2707"/>
                  </a:lnTo>
                  <a:lnTo>
                    <a:pt x="691" y="2594"/>
                  </a:lnTo>
                  <a:lnTo>
                    <a:pt x="688" y="2479"/>
                  </a:lnTo>
                  <a:lnTo>
                    <a:pt x="687" y="2363"/>
                  </a:lnTo>
                  <a:lnTo>
                    <a:pt x="684" y="2132"/>
                  </a:lnTo>
                  <a:lnTo>
                    <a:pt x="684" y="1901"/>
                  </a:lnTo>
                  <a:lnTo>
                    <a:pt x="684" y="1433"/>
                  </a:lnTo>
                  <a:lnTo>
                    <a:pt x="686" y="965"/>
                  </a:lnTo>
                  <a:lnTo>
                    <a:pt x="687" y="728"/>
                  </a:lnTo>
                  <a:lnTo>
                    <a:pt x="688" y="493"/>
                  </a:lnTo>
                  <a:lnTo>
                    <a:pt x="692" y="259"/>
                  </a:lnTo>
                  <a:lnTo>
                    <a:pt x="696" y="25"/>
                  </a:lnTo>
                  <a:lnTo>
                    <a:pt x="686" y="0"/>
                  </a:lnTo>
                  <a:lnTo>
                    <a:pt x="609" y="41"/>
                  </a:lnTo>
                  <a:lnTo>
                    <a:pt x="569" y="60"/>
                  </a:lnTo>
                  <a:lnTo>
                    <a:pt x="530" y="75"/>
                  </a:lnTo>
                  <a:lnTo>
                    <a:pt x="523" y="100"/>
                  </a:lnTo>
                  <a:lnTo>
                    <a:pt x="528" y="291"/>
                  </a:lnTo>
                  <a:lnTo>
                    <a:pt x="533" y="481"/>
                  </a:lnTo>
                  <a:lnTo>
                    <a:pt x="534" y="575"/>
                  </a:lnTo>
                  <a:lnTo>
                    <a:pt x="535" y="671"/>
                  </a:lnTo>
                  <a:lnTo>
                    <a:pt x="535" y="765"/>
                  </a:lnTo>
                  <a:lnTo>
                    <a:pt x="537" y="862"/>
                  </a:lnTo>
                  <a:lnTo>
                    <a:pt x="537" y="962"/>
                  </a:lnTo>
                  <a:lnTo>
                    <a:pt x="493" y="955"/>
                  </a:lnTo>
                  <a:lnTo>
                    <a:pt x="451" y="952"/>
                  </a:lnTo>
                  <a:lnTo>
                    <a:pt x="429" y="955"/>
                  </a:lnTo>
                  <a:lnTo>
                    <a:pt x="406" y="955"/>
                  </a:lnTo>
                  <a:lnTo>
                    <a:pt x="360" y="965"/>
                  </a:lnTo>
                  <a:lnTo>
                    <a:pt x="337" y="974"/>
                  </a:lnTo>
                  <a:lnTo>
                    <a:pt x="315" y="984"/>
                  </a:lnTo>
                  <a:lnTo>
                    <a:pt x="293" y="996"/>
                  </a:lnTo>
                  <a:lnTo>
                    <a:pt x="271" y="1012"/>
                  </a:lnTo>
                  <a:lnTo>
                    <a:pt x="254" y="1024"/>
                  </a:lnTo>
                  <a:lnTo>
                    <a:pt x="239" y="1040"/>
                  </a:lnTo>
                  <a:lnTo>
                    <a:pt x="224" y="1055"/>
                  </a:lnTo>
                  <a:lnTo>
                    <a:pt x="208" y="1071"/>
                  </a:lnTo>
                  <a:lnTo>
                    <a:pt x="194" y="1090"/>
                  </a:lnTo>
                  <a:lnTo>
                    <a:pt x="180" y="1112"/>
                  </a:lnTo>
                  <a:lnTo>
                    <a:pt x="174" y="1121"/>
                  </a:lnTo>
                  <a:lnTo>
                    <a:pt x="167" y="1130"/>
                  </a:lnTo>
                  <a:lnTo>
                    <a:pt x="154" y="1152"/>
                  </a:lnTo>
                  <a:lnTo>
                    <a:pt x="142" y="1177"/>
                  </a:lnTo>
                  <a:lnTo>
                    <a:pt x="130" y="1199"/>
                  </a:lnTo>
                  <a:lnTo>
                    <a:pt x="118" y="1224"/>
                  </a:lnTo>
                  <a:lnTo>
                    <a:pt x="108" y="1252"/>
                  </a:lnTo>
                  <a:lnTo>
                    <a:pt x="98" y="1280"/>
                  </a:lnTo>
                  <a:lnTo>
                    <a:pt x="88" y="1308"/>
                  </a:lnTo>
                  <a:lnTo>
                    <a:pt x="79" y="1339"/>
                  </a:lnTo>
                  <a:lnTo>
                    <a:pt x="74" y="1355"/>
                  </a:lnTo>
                  <a:lnTo>
                    <a:pt x="70" y="1371"/>
                  </a:lnTo>
                  <a:lnTo>
                    <a:pt x="62" y="1402"/>
                  </a:lnTo>
                  <a:lnTo>
                    <a:pt x="54" y="1433"/>
                  </a:lnTo>
                  <a:lnTo>
                    <a:pt x="47" y="1467"/>
                  </a:lnTo>
                  <a:lnTo>
                    <a:pt x="40" y="1502"/>
                  </a:lnTo>
                  <a:lnTo>
                    <a:pt x="34" y="1536"/>
                  </a:lnTo>
                  <a:lnTo>
                    <a:pt x="27" y="1570"/>
                  </a:lnTo>
                  <a:lnTo>
                    <a:pt x="22" y="1608"/>
                  </a:lnTo>
                  <a:lnTo>
                    <a:pt x="18" y="1642"/>
                  </a:lnTo>
                  <a:lnTo>
                    <a:pt x="15" y="1680"/>
                  </a:lnTo>
                  <a:lnTo>
                    <a:pt x="11" y="1717"/>
                  </a:lnTo>
                  <a:lnTo>
                    <a:pt x="8" y="1755"/>
                  </a:lnTo>
                  <a:lnTo>
                    <a:pt x="6" y="1795"/>
                  </a:lnTo>
                  <a:lnTo>
                    <a:pt x="3" y="1833"/>
                  </a:lnTo>
                  <a:lnTo>
                    <a:pt x="2" y="1873"/>
                  </a:lnTo>
                  <a:lnTo>
                    <a:pt x="2" y="1914"/>
                  </a:lnTo>
                  <a:lnTo>
                    <a:pt x="0" y="1958"/>
                  </a:lnTo>
                  <a:lnTo>
                    <a:pt x="2" y="2017"/>
                  </a:lnTo>
                  <a:lnTo>
                    <a:pt x="3" y="2076"/>
                  </a:lnTo>
                  <a:lnTo>
                    <a:pt x="6" y="2135"/>
                  </a:lnTo>
                  <a:lnTo>
                    <a:pt x="9" y="2192"/>
                  </a:lnTo>
                  <a:lnTo>
                    <a:pt x="15" y="2248"/>
                  </a:lnTo>
                  <a:lnTo>
                    <a:pt x="21" y="2304"/>
                  </a:lnTo>
                  <a:lnTo>
                    <a:pt x="29" y="2357"/>
                  </a:lnTo>
                  <a:lnTo>
                    <a:pt x="38" y="2410"/>
                  </a:lnTo>
                  <a:lnTo>
                    <a:pt x="47" y="2463"/>
                  </a:lnTo>
                  <a:lnTo>
                    <a:pt x="57" y="2510"/>
                  </a:lnTo>
                  <a:lnTo>
                    <a:pt x="70" y="2557"/>
                  </a:lnTo>
                  <a:lnTo>
                    <a:pt x="83" y="2601"/>
                  </a:lnTo>
                  <a:lnTo>
                    <a:pt x="97" y="2641"/>
                  </a:lnTo>
                  <a:lnTo>
                    <a:pt x="104" y="2663"/>
                  </a:lnTo>
                  <a:lnTo>
                    <a:pt x="112" y="2682"/>
                  </a:lnTo>
                  <a:lnTo>
                    <a:pt x="129" y="2716"/>
                  </a:lnTo>
                  <a:lnTo>
                    <a:pt x="145" y="2750"/>
                  </a:lnTo>
                  <a:lnTo>
                    <a:pt x="156" y="2766"/>
                  </a:lnTo>
                  <a:lnTo>
                    <a:pt x="165" y="2782"/>
                  </a:lnTo>
                  <a:lnTo>
                    <a:pt x="185" y="2807"/>
                  </a:lnTo>
                  <a:lnTo>
                    <a:pt x="206" y="2828"/>
                  </a:lnTo>
                  <a:lnTo>
                    <a:pt x="216" y="2841"/>
                  </a:lnTo>
                  <a:lnTo>
                    <a:pt x="228" y="2847"/>
                  </a:lnTo>
                  <a:lnTo>
                    <a:pt x="251" y="2863"/>
                  </a:lnTo>
                  <a:lnTo>
                    <a:pt x="275" y="2875"/>
                  </a:lnTo>
                  <a:lnTo>
                    <a:pt x="288" y="2878"/>
                  </a:lnTo>
                  <a:lnTo>
                    <a:pt x="301" y="2882"/>
                  </a:lnTo>
                  <a:lnTo>
                    <a:pt x="328" y="2885"/>
                  </a:lnTo>
                  <a:lnTo>
                    <a:pt x="343" y="2882"/>
                  </a:lnTo>
                  <a:lnTo>
                    <a:pt x="358" y="2882"/>
                  </a:lnTo>
                  <a:lnTo>
                    <a:pt x="372" y="2878"/>
                  </a:lnTo>
                  <a:lnTo>
                    <a:pt x="385" y="2872"/>
                  </a:lnTo>
                  <a:lnTo>
                    <a:pt x="399" y="2866"/>
                  </a:lnTo>
                  <a:lnTo>
                    <a:pt x="412" y="2860"/>
                  </a:lnTo>
                  <a:lnTo>
                    <a:pt x="425" y="2850"/>
                  </a:lnTo>
                  <a:lnTo>
                    <a:pt x="437" y="2838"/>
                  </a:lnTo>
                  <a:lnTo>
                    <a:pt x="461" y="2813"/>
                  </a:lnTo>
                  <a:lnTo>
                    <a:pt x="484" y="2782"/>
                  </a:lnTo>
                  <a:lnTo>
                    <a:pt x="497" y="2766"/>
                  </a:lnTo>
                  <a:lnTo>
                    <a:pt x="509" y="2747"/>
                  </a:lnTo>
                  <a:lnTo>
                    <a:pt x="532" y="2707"/>
                  </a:lnTo>
                  <a:lnTo>
                    <a:pt x="529" y="2835"/>
                  </a:lnTo>
                  <a:lnTo>
                    <a:pt x="539" y="2860"/>
                  </a:lnTo>
                  <a:lnTo>
                    <a:pt x="615" y="2850"/>
                  </a:lnTo>
                  <a:lnTo>
                    <a:pt x="691" y="2844"/>
                  </a:lnTo>
                  <a:lnTo>
                    <a:pt x="697" y="2822"/>
                  </a:lnTo>
                  <a:close/>
                  <a:moveTo>
                    <a:pt x="533" y="1923"/>
                  </a:moveTo>
                  <a:lnTo>
                    <a:pt x="533" y="2048"/>
                  </a:lnTo>
                  <a:lnTo>
                    <a:pt x="533" y="2167"/>
                  </a:lnTo>
                  <a:lnTo>
                    <a:pt x="530" y="2410"/>
                  </a:lnTo>
                  <a:lnTo>
                    <a:pt x="512" y="2445"/>
                  </a:lnTo>
                  <a:lnTo>
                    <a:pt x="494" y="2476"/>
                  </a:lnTo>
                  <a:lnTo>
                    <a:pt x="485" y="2488"/>
                  </a:lnTo>
                  <a:lnTo>
                    <a:pt x="475" y="2501"/>
                  </a:lnTo>
                  <a:lnTo>
                    <a:pt x="466" y="2513"/>
                  </a:lnTo>
                  <a:lnTo>
                    <a:pt x="456" y="2526"/>
                  </a:lnTo>
                  <a:lnTo>
                    <a:pt x="446" y="2535"/>
                  </a:lnTo>
                  <a:lnTo>
                    <a:pt x="435" y="2541"/>
                  </a:lnTo>
                  <a:lnTo>
                    <a:pt x="425" y="2551"/>
                  </a:lnTo>
                  <a:lnTo>
                    <a:pt x="414" y="2557"/>
                  </a:lnTo>
                  <a:lnTo>
                    <a:pt x="403" y="2560"/>
                  </a:lnTo>
                  <a:lnTo>
                    <a:pt x="392" y="2563"/>
                  </a:lnTo>
                  <a:lnTo>
                    <a:pt x="380" y="2566"/>
                  </a:lnTo>
                  <a:lnTo>
                    <a:pt x="369" y="2566"/>
                  </a:lnTo>
                  <a:lnTo>
                    <a:pt x="343" y="2563"/>
                  </a:lnTo>
                  <a:lnTo>
                    <a:pt x="330" y="2557"/>
                  </a:lnTo>
                  <a:lnTo>
                    <a:pt x="319" y="2554"/>
                  </a:lnTo>
                  <a:lnTo>
                    <a:pt x="307" y="2548"/>
                  </a:lnTo>
                  <a:lnTo>
                    <a:pt x="296" y="2538"/>
                  </a:lnTo>
                  <a:lnTo>
                    <a:pt x="285" y="2529"/>
                  </a:lnTo>
                  <a:lnTo>
                    <a:pt x="275" y="2519"/>
                  </a:lnTo>
                  <a:lnTo>
                    <a:pt x="265" y="2507"/>
                  </a:lnTo>
                  <a:lnTo>
                    <a:pt x="256" y="2494"/>
                  </a:lnTo>
                  <a:lnTo>
                    <a:pt x="247" y="2479"/>
                  </a:lnTo>
                  <a:lnTo>
                    <a:pt x="238" y="2463"/>
                  </a:lnTo>
                  <a:lnTo>
                    <a:pt x="230" y="2448"/>
                  </a:lnTo>
                  <a:lnTo>
                    <a:pt x="224" y="2429"/>
                  </a:lnTo>
                  <a:lnTo>
                    <a:pt x="216" y="2410"/>
                  </a:lnTo>
                  <a:lnTo>
                    <a:pt x="210" y="2388"/>
                  </a:lnTo>
                  <a:lnTo>
                    <a:pt x="203" y="2370"/>
                  </a:lnTo>
                  <a:lnTo>
                    <a:pt x="198" y="2345"/>
                  </a:lnTo>
                  <a:lnTo>
                    <a:pt x="193" y="2323"/>
                  </a:lnTo>
                  <a:lnTo>
                    <a:pt x="188" y="2301"/>
                  </a:lnTo>
                  <a:lnTo>
                    <a:pt x="184" y="2276"/>
                  </a:lnTo>
                  <a:lnTo>
                    <a:pt x="180" y="2251"/>
                  </a:lnTo>
                  <a:lnTo>
                    <a:pt x="172" y="2198"/>
                  </a:lnTo>
                  <a:lnTo>
                    <a:pt x="167" y="2145"/>
                  </a:lnTo>
                  <a:lnTo>
                    <a:pt x="165" y="2117"/>
                  </a:lnTo>
                  <a:lnTo>
                    <a:pt x="163" y="2089"/>
                  </a:lnTo>
                  <a:lnTo>
                    <a:pt x="161" y="2029"/>
                  </a:lnTo>
                  <a:lnTo>
                    <a:pt x="161" y="1967"/>
                  </a:lnTo>
                  <a:lnTo>
                    <a:pt x="161" y="1923"/>
                  </a:lnTo>
                  <a:lnTo>
                    <a:pt x="162" y="1883"/>
                  </a:lnTo>
                  <a:lnTo>
                    <a:pt x="163" y="1842"/>
                  </a:lnTo>
                  <a:lnTo>
                    <a:pt x="166" y="1805"/>
                  </a:lnTo>
                  <a:lnTo>
                    <a:pt x="168" y="1764"/>
                  </a:lnTo>
                  <a:lnTo>
                    <a:pt x="171" y="1730"/>
                  </a:lnTo>
                  <a:lnTo>
                    <a:pt x="175" y="1692"/>
                  </a:lnTo>
                  <a:lnTo>
                    <a:pt x="180" y="1658"/>
                  </a:lnTo>
                  <a:lnTo>
                    <a:pt x="185" y="1627"/>
                  </a:lnTo>
                  <a:lnTo>
                    <a:pt x="190" y="1595"/>
                  </a:lnTo>
                  <a:lnTo>
                    <a:pt x="197" y="1564"/>
                  </a:lnTo>
                  <a:lnTo>
                    <a:pt x="203" y="1536"/>
                  </a:lnTo>
                  <a:lnTo>
                    <a:pt x="211" y="1508"/>
                  </a:lnTo>
                  <a:lnTo>
                    <a:pt x="219" y="1480"/>
                  </a:lnTo>
                  <a:lnTo>
                    <a:pt x="222" y="1467"/>
                  </a:lnTo>
                  <a:lnTo>
                    <a:pt x="228" y="1455"/>
                  </a:lnTo>
                  <a:lnTo>
                    <a:pt x="236" y="1433"/>
                  </a:lnTo>
                  <a:lnTo>
                    <a:pt x="245" y="1408"/>
                  </a:lnTo>
                  <a:lnTo>
                    <a:pt x="256" y="1386"/>
                  </a:lnTo>
                  <a:lnTo>
                    <a:pt x="267" y="1368"/>
                  </a:lnTo>
                  <a:lnTo>
                    <a:pt x="279" y="1349"/>
                  </a:lnTo>
                  <a:lnTo>
                    <a:pt x="290" y="1333"/>
                  </a:lnTo>
                  <a:lnTo>
                    <a:pt x="303" y="1318"/>
                  </a:lnTo>
                  <a:lnTo>
                    <a:pt x="316" y="1302"/>
                  </a:lnTo>
                  <a:lnTo>
                    <a:pt x="330" y="1289"/>
                  </a:lnTo>
                  <a:lnTo>
                    <a:pt x="344" y="1280"/>
                  </a:lnTo>
                  <a:lnTo>
                    <a:pt x="351" y="1274"/>
                  </a:lnTo>
                  <a:lnTo>
                    <a:pt x="358" y="1271"/>
                  </a:lnTo>
                  <a:lnTo>
                    <a:pt x="374" y="1261"/>
                  </a:lnTo>
                  <a:lnTo>
                    <a:pt x="389" y="1255"/>
                  </a:lnTo>
                  <a:lnTo>
                    <a:pt x="406" y="1249"/>
                  </a:lnTo>
                  <a:lnTo>
                    <a:pt x="423" y="1246"/>
                  </a:lnTo>
                  <a:lnTo>
                    <a:pt x="441" y="1243"/>
                  </a:lnTo>
                  <a:lnTo>
                    <a:pt x="458" y="1243"/>
                  </a:lnTo>
                  <a:lnTo>
                    <a:pt x="476" y="1243"/>
                  </a:lnTo>
                  <a:lnTo>
                    <a:pt x="496" y="1246"/>
                  </a:lnTo>
                  <a:lnTo>
                    <a:pt x="514" y="1249"/>
                  </a:lnTo>
                  <a:lnTo>
                    <a:pt x="532" y="1252"/>
                  </a:lnTo>
                  <a:lnTo>
                    <a:pt x="533" y="1483"/>
                  </a:lnTo>
                  <a:lnTo>
                    <a:pt x="533" y="1714"/>
                  </a:lnTo>
                  <a:lnTo>
                    <a:pt x="533" y="192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8330" name="Freeform 10"/>
            <p:cNvSpPr>
              <a:spLocks noEditPoints="1"/>
            </p:cNvSpPr>
            <p:nvPr/>
          </p:nvSpPr>
          <p:spPr bwMode="auto">
            <a:xfrm>
              <a:off x="3727" y="2359"/>
              <a:ext cx="528" cy="700"/>
            </a:xfrm>
            <a:custGeom>
              <a:avLst/>
              <a:gdLst/>
              <a:ahLst/>
              <a:cxnLst>
                <a:cxn ang="0">
                  <a:pos x="608" y="1611"/>
                </a:cxn>
                <a:cxn ang="0">
                  <a:pos x="605" y="578"/>
                </a:cxn>
                <a:cxn ang="0">
                  <a:pos x="600" y="437"/>
                </a:cxn>
                <a:cxn ang="0">
                  <a:pos x="587" y="315"/>
                </a:cxn>
                <a:cxn ang="0">
                  <a:pos x="566" y="216"/>
                </a:cxn>
                <a:cxn ang="0">
                  <a:pos x="536" y="137"/>
                </a:cxn>
                <a:cxn ang="0">
                  <a:pos x="499" y="75"/>
                </a:cxn>
                <a:cxn ang="0">
                  <a:pos x="444" y="25"/>
                </a:cxn>
                <a:cxn ang="0">
                  <a:pos x="392" y="3"/>
                </a:cxn>
                <a:cxn ang="0">
                  <a:pos x="323" y="3"/>
                </a:cxn>
                <a:cxn ang="0">
                  <a:pos x="213" y="38"/>
                </a:cxn>
                <a:cxn ang="0">
                  <a:pos x="127" y="94"/>
                </a:cxn>
                <a:cxn ang="0">
                  <a:pos x="88" y="141"/>
                </a:cxn>
                <a:cxn ang="0">
                  <a:pos x="95" y="418"/>
                </a:cxn>
                <a:cxn ang="0">
                  <a:pos x="191" y="328"/>
                </a:cxn>
                <a:cxn ang="0">
                  <a:pos x="244" y="297"/>
                </a:cxn>
                <a:cxn ang="0">
                  <a:pos x="303" y="281"/>
                </a:cxn>
                <a:cxn ang="0">
                  <a:pos x="351" y="287"/>
                </a:cxn>
                <a:cxn ang="0">
                  <a:pos x="404" y="325"/>
                </a:cxn>
                <a:cxn ang="0">
                  <a:pos x="426" y="372"/>
                </a:cxn>
                <a:cxn ang="0">
                  <a:pos x="446" y="462"/>
                </a:cxn>
                <a:cxn ang="0">
                  <a:pos x="453" y="606"/>
                </a:cxn>
                <a:cxn ang="0">
                  <a:pos x="317" y="684"/>
                </a:cxn>
                <a:cxn ang="0">
                  <a:pos x="218" y="737"/>
                </a:cxn>
                <a:cxn ang="0">
                  <a:pos x="145" y="805"/>
                </a:cxn>
                <a:cxn ang="0">
                  <a:pos x="82" y="899"/>
                </a:cxn>
                <a:cxn ang="0">
                  <a:pos x="47" y="980"/>
                </a:cxn>
                <a:cxn ang="0">
                  <a:pos x="22" y="1080"/>
                </a:cxn>
                <a:cxn ang="0">
                  <a:pos x="6" y="1202"/>
                </a:cxn>
                <a:cxn ang="0">
                  <a:pos x="0" y="1346"/>
                </a:cxn>
                <a:cxn ang="0">
                  <a:pos x="5" y="1477"/>
                </a:cxn>
                <a:cxn ang="0">
                  <a:pos x="19" y="1592"/>
                </a:cxn>
                <a:cxn ang="0">
                  <a:pos x="41" y="1692"/>
                </a:cxn>
                <a:cxn ang="0">
                  <a:pos x="72" y="1779"/>
                </a:cxn>
                <a:cxn ang="0">
                  <a:pos x="109" y="1851"/>
                </a:cxn>
                <a:cxn ang="0">
                  <a:pos x="151" y="1901"/>
                </a:cxn>
                <a:cxn ang="0">
                  <a:pos x="199" y="1932"/>
                </a:cxn>
                <a:cxn ang="0">
                  <a:pos x="253" y="1945"/>
                </a:cxn>
                <a:cxn ang="0">
                  <a:pos x="308" y="1932"/>
                </a:cxn>
                <a:cxn ang="0">
                  <a:pos x="360" y="1898"/>
                </a:cxn>
                <a:cxn ang="0">
                  <a:pos x="409" y="1842"/>
                </a:cxn>
                <a:cxn ang="0">
                  <a:pos x="453" y="1764"/>
                </a:cxn>
                <a:cxn ang="0">
                  <a:pos x="607" y="1898"/>
                </a:cxn>
                <a:cxn ang="0">
                  <a:pos x="437" y="1533"/>
                </a:cxn>
                <a:cxn ang="0">
                  <a:pos x="400" y="1592"/>
                </a:cxn>
                <a:cxn ang="0">
                  <a:pos x="348" y="1639"/>
                </a:cxn>
                <a:cxn ang="0">
                  <a:pos x="277" y="1651"/>
                </a:cxn>
                <a:cxn ang="0">
                  <a:pos x="224" y="1617"/>
                </a:cxn>
                <a:cxn ang="0">
                  <a:pos x="194" y="1561"/>
                </a:cxn>
                <a:cxn ang="0">
                  <a:pos x="172" y="1486"/>
                </a:cxn>
                <a:cxn ang="0">
                  <a:pos x="159" y="1395"/>
                </a:cxn>
                <a:cxn ang="0">
                  <a:pos x="159" y="1261"/>
                </a:cxn>
                <a:cxn ang="0">
                  <a:pos x="168" y="1189"/>
                </a:cxn>
                <a:cxn ang="0">
                  <a:pos x="188" y="1111"/>
                </a:cxn>
                <a:cxn ang="0">
                  <a:pos x="210" y="1065"/>
                </a:cxn>
                <a:cxn ang="0">
                  <a:pos x="267" y="993"/>
                </a:cxn>
                <a:cxn ang="0">
                  <a:pos x="331" y="946"/>
                </a:cxn>
                <a:cxn ang="0">
                  <a:pos x="455" y="899"/>
                </a:cxn>
              </a:cxnLst>
              <a:rect l="0" t="0" r="r" b="b"/>
              <a:pathLst>
                <a:path w="614" h="1945">
                  <a:moveTo>
                    <a:pt x="614" y="1879"/>
                  </a:moveTo>
                  <a:lnTo>
                    <a:pt x="612" y="1792"/>
                  </a:lnTo>
                  <a:lnTo>
                    <a:pt x="611" y="1701"/>
                  </a:lnTo>
                  <a:lnTo>
                    <a:pt x="608" y="1611"/>
                  </a:lnTo>
                  <a:lnTo>
                    <a:pt x="608" y="1523"/>
                  </a:lnTo>
                  <a:lnTo>
                    <a:pt x="607" y="1342"/>
                  </a:lnTo>
                  <a:lnTo>
                    <a:pt x="605" y="1164"/>
                  </a:lnTo>
                  <a:lnTo>
                    <a:pt x="605" y="578"/>
                  </a:lnTo>
                  <a:lnTo>
                    <a:pt x="605" y="540"/>
                  </a:lnTo>
                  <a:lnTo>
                    <a:pt x="604" y="506"/>
                  </a:lnTo>
                  <a:lnTo>
                    <a:pt x="603" y="471"/>
                  </a:lnTo>
                  <a:lnTo>
                    <a:pt x="600" y="437"/>
                  </a:lnTo>
                  <a:lnTo>
                    <a:pt x="599" y="406"/>
                  </a:lnTo>
                  <a:lnTo>
                    <a:pt x="595" y="375"/>
                  </a:lnTo>
                  <a:lnTo>
                    <a:pt x="591" y="343"/>
                  </a:lnTo>
                  <a:lnTo>
                    <a:pt x="587" y="315"/>
                  </a:lnTo>
                  <a:lnTo>
                    <a:pt x="584" y="290"/>
                  </a:lnTo>
                  <a:lnTo>
                    <a:pt x="579" y="262"/>
                  </a:lnTo>
                  <a:lnTo>
                    <a:pt x="572" y="240"/>
                  </a:lnTo>
                  <a:lnTo>
                    <a:pt x="566" y="216"/>
                  </a:lnTo>
                  <a:lnTo>
                    <a:pt x="559" y="194"/>
                  </a:lnTo>
                  <a:lnTo>
                    <a:pt x="553" y="175"/>
                  </a:lnTo>
                  <a:lnTo>
                    <a:pt x="545" y="153"/>
                  </a:lnTo>
                  <a:lnTo>
                    <a:pt x="536" y="137"/>
                  </a:lnTo>
                  <a:lnTo>
                    <a:pt x="527" y="119"/>
                  </a:lnTo>
                  <a:lnTo>
                    <a:pt x="518" y="103"/>
                  </a:lnTo>
                  <a:lnTo>
                    <a:pt x="509" y="91"/>
                  </a:lnTo>
                  <a:lnTo>
                    <a:pt x="499" y="75"/>
                  </a:lnTo>
                  <a:lnTo>
                    <a:pt x="489" y="63"/>
                  </a:lnTo>
                  <a:lnTo>
                    <a:pt x="478" y="53"/>
                  </a:lnTo>
                  <a:lnTo>
                    <a:pt x="455" y="34"/>
                  </a:lnTo>
                  <a:lnTo>
                    <a:pt x="444" y="25"/>
                  </a:lnTo>
                  <a:lnTo>
                    <a:pt x="431" y="19"/>
                  </a:lnTo>
                  <a:lnTo>
                    <a:pt x="418" y="13"/>
                  </a:lnTo>
                  <a:lnTo>
                    <a:pt x="405" y="9"/>
                  </a:lnTo>
                  <a:lnTo>
                    <a:pt x="392" y="3"/>
                  </a:lnTo>
                  <a:lnTo>
                    <a:pt x="378" y="3"/>
                  </a:lnTo>
                  <a:lnTo>
                    <a:pt x="364" y="0"/>
                  </a:lnTo>
                  <a:lnTo>
                    <a:pt x="349" y="0"/>
                  </a:lnTo>
                  <a:lnTo>
                    <a:pt x="323" y="3"/>
                  </a:lnTo>
                  <a:lnTo>
                    <a:pt x="296" y="6"/>
                  </a:lnTo>
                  <a:lnTo>
                    <a:pt x="268" y="13"/>
                  </a:lnTo>
                  <a:lnTo>
                    <a:pt x="240" y="25"/>
                  </a:lnTo>
                  <a:lnTo>
                    <a:pt x="213" y="38"/>
                  </a:lnTo>
                  <a:lnTo>
                    <a:pt x="186" y="50"/>
                  </a:lnTo>
                  <a:lnTo>
                    <a:pt x="159" y="69"/>
                  </a:lnTo>
                  <a:lnTo>
                    <a:pt x="133" y="84"/>
                  </a:lnTo>
                  <a:lnTo>
                    <a:pt x="127" y="94"/>
                  </a:lnTo>
                  <a:lnTo>
                    <a:pt x="115" y="103"/>
                  </a:lnTo>
                  <a:lnTo>
                    <a:pt x="99" y="119"/>
                  </a:lnTo>
                  <a:lnTo>
                    <a:pt x="93" y="128"/>
                  </a:lnTo>
                  <a:lnTo>
                    <a:pt x="88" y="141"/>
                  </a:lnTo>
                  <a:lnTo>
                    <a:pt x="87" y="203"/>
                  </a:lnTo>
                  <a:lnTo>
                    <a:pt x="86" y="269"/>
                  </a:lnTo>
                  <a:lnTo>
                    <a:pt x="83" y="400"/>
                  </a:lnTo>
                  <a:lnTo>
                    <a:pt x="95" y="418"/>
                  </a:lnTo>
                  <a:lnTo>
                    <a:pt x="123" y="387"/>
                  </a:lnTo>
                  <a:lnTo>
                    <a:pt x="150" y="362"/>
                  </a:lnTo>
                  <a:lnTo>
                    <a:pt x="177" y="337"/>
                  </a:lnTo>
                  <a:lnTo>
                    <a:pt x="191" y="328"/>
                  </a:lnTo>
                  <a:lnTo>
                    <a:pt x="204" y="319"/>
                  </a:lnTo>
                  <a:lnTo>
                    <a:pt x="217" y="309"/>
                  </a:lnTo>
                  <a:lnTo>
                    <a:pt x="231" y="303"/>
                  </a:lnTo>
                  <a:lnTo>
                    <a:pt x="244" y="297"/>
                  </a:lnTo>
                  <a:lnTo>
                    <a:pt x="258" y="290"/>
                  </a:lnTo>
                  <a:lnTo>
                    <a:pt x="273" y="287"/>
                  </a:lnTo>
                  <a:lnTo>
                    <a:pt x="287" y="284"/>
                  </a:lnTo>
                  <a:lnTo>
                    <a:pt x="303" y="281"/>
                  </a:lnTo>
                  <a:lnTo>
                    <a:pt x="318" y="281"/>
                  </a:lnTo>
                  <a:lnTo>
                    <a:pt x="336" y="284"/>
                  </a:lnTo>
                  <a:lnTo>
                    <a:pt x="344" y="284"/>
                  </a:lnTo>
                  <a:lnTo>
                    <a:pt x="351" y="287"/>
                  </a:lnTo>
                  <a:lnTo>
                    <a:pt x="367" y="294"/>
                  </a:lnTo>
                  <a:lnTo>
                    <a:pt x="381" y="300"/>
                  </a:lnTo>
                  <a:lnTo>
                    <a:pt x="392" y="312"/>
                  </a:lnTo>
                  <a:lnTo>
                    <a:pt x="404" y="325"/>
                  </a:lnTo>
                  <a:lnTo>
                    <a:pt x="413" y="340"/>
                  </a:lnTo>
                  <a:lnTo>
                    <a:pt x="418" y="350"/>
                  </a:lnTo>
                  <a:lnTo>
                    <a:pt x="422" y="359"/>
                  </a:lnTo>
                  <a:lnTo>
                    <a:pt x="426" y="372"/>
                  </a:lnTo>
                  <a:lnTo>
                    <a:pt x="430" y="381"/>
                  </a:lnTo>
                  <a:lnTo>
                    <a:pt x="436" y="406"/>
                  </a:lnTo>
                  <a:lnTo>
                    <a:pt x="441" y="431"/>
                  </a:lnTo>
                  <a:lnTo>
                    <a:pt x="446" y="462"/>
                  </a:lnTo>
                  <a:lnTo>
                    <a:pt x="449" y="493"/>
                  </a:lnTo>
                  <a:lnTo>
                    <a:pt x="451" y="528"/>
                  </a:lnTo>
                  <a:lnTo>
                    <a:pt x="453" y="565"/>
                  </a:lnTo>
                  <a:lnTo>
                    <a:pt x="453" y="606"/>
                  </a:lnTo>
                  <a:lnTo>
                    <a:pt x="453" y="634"/>
                  </a:lnTo>
                  <a:lnTo>
                    <a:pt x="408" y="649"/>
                  </a:lnTo>
                  <a:lnTo>
                    <a:pt x="363" y="665"/>
                  </a:lnTo>
                  <a:lnTo>
                    <a:pt x="317" y="684"/>
                  </a:lnTo>
                  <a:lnTo>
                    <a:pt x="272" y="706"/>
                  </a:lnTo>
                  <a:lnTo>
                    <a:pt x="258" y="712"/>
                  </a:lnTo>
                  <a:lnTo>
                    <a:pt x="244" y="721"/>
                  </a:lnTo>
                  <a:lnTo>
                    <a:pt x="218" y="737"/>
                  </a:lnTo>
                  <a:lnTo>
                    <a:pt x="192" y="759"/>
                  </a:lnTo>
                  <a:lnTo>
                    <a:pt x="168" y="781"/>
                  </a:lnTo>
                  <a:lnTo>
                    <a:pt x="156" y="793"/>
                  </a:lnTo>
                  <a:lnTo>
                    <a:pt x="145" y="805"/>
                  </a:lnTo>
                  <a:lnTo>
                    <a:pt x="135" y="818"/>
                  </a:lnTo>
                  <a:lnTo>
                    <a:pt x="123" y="834"/>
                  </a:lnTo>
                  <a:lnTo>
                    <a:pt x="102" y="865"/>
                  </a:lnTo>
                  <a:lnTo>
                    <a:pt x="82" y="899"/>
                  </a:lnTo>
                  <a:lnTo>
                    <a:pt x="73" y="918"/>
                  </a:lnTo>
                  <a:lnTo>
                    <a:pt x="64" y="937"/>
                  </a:lnTo>
                  <a:lnTo>
                    <a:pt x="55" y="958"/>
                  </a:lnTo>
                  <a:lnTo>
                    <a:pt x="47" y="980"/>
                  </a:lnTo>
                  <a:lnTo>
                    <a:pt x="40" y="1002"/>
                  </a:lnTo>
                  <a:lnTo>
                    <a:pt x="33" y="1027"/>
                  </a:lnTo>
                  <a:lnTo>
                    <a:pt x="28" y="1055"/>
                  </a:lnTo>
                  <a:lnTo>
                    <a:pt x="22" y="1080"/>
                  </a:lnTo>
                  <a:lnTo>
                    <a:pt x="18" y="1111"/>
                  </a:lnTo>
                  <a:lnTo>
                    <a:pt x="13" y="1140"/>
                  </a:lnTo>
                  <a:lnTo>
                    <a:pt x="10" y="1171"/>
                  </a:lnTo>
                  <a:lnTo>
                    <a:pt x="6" y="1202"/>
                  </a:lnTo>
                  <a:lnTo>
                    <a:pt x="4" y="1236"/>
                  </a:lnTo>
                  <a:lnTo>
                    <a:pt x="2" y="1271"/>
                  </a:lnTo>
                  <a:lnTo>
                    <a:pt x="1" y="1308"/>
                  </a:lnTo>
                  <a:lnTo>
                    <a:pt x="0" y="1346"/>
                  </a:lnTo>
                  <a:lnTo>
                    <a:pt x="1" y="1380"/>
                  </a:lnTo>
                  <a:lnTo>
                    <a:pt x="1" y="1411"/>
                  </a:lnTo>
                  <a:lnTo>
                    <a:pt x="4" y="1445"/>
                  </a:lnTo>
                  <a:lnTo>
                    <a:pt x="5" y="1477"/>
                  </a:lnTo>
                  <a:lnTo>
                    <a:pt x="8" y="1505"/>
                  </a:lnTo>
                  <a:lnTo>
                    <a:pt x="11" y="1536"/>
                  </a:lnTo>
                  <a:lnTo>
                    <a:pt x="15" y="1564"/>
                  </a:lnTo>
                  <a:lnTo>
                    <a:pt x="19" y="1592"/>
                  </a:lnTo>
                  <a:lnTo>
                    <a:pt x="24" y="1617"/>
                  </a:lnTo>
                  <a:lnTo>
                    <a:pt x="29" y="1645"/>
                  </a:lnTo>
                  <a:lnTo>
                    <a:pt x="34" y="1670"/>
                  </a:lnTo>
                  <a:lnTo>
                    <a:pt x="41" y="1692"/>
                  </a:lnTo>
                  <a:lnTo>
                    <a:pt x="47" y="1717"/>
                  </a:lnTo>
                  <a:lnTo>
                    <a:pt x="55" y="1739"/>
                  </a:lnTo>
                  <a:lnTo>
                    <a:pt x="63" y="1761"/>
                  </a:lnTo>
                  <a:lnTo>
                    <a:pt x="72" y="1779"/>
                  </a:lnTo>
                  <a:lnTo>
                    <a:pt x="79" y="1801"/>
                  </a:lnTo>
                  <a:lnTo>
                    <a:pt x="90" y="1817"/>
                  </a:lnTo>
                  <a:lnTo>
                    <a:pt x="99" y="1836"/>
                  </a:lnTo>
                  <a:lnTo>
                    <a:pt x="109" y="1851"/>
                  </a:lnTo>
                  <a:lnTo>
                    <a:pt x="119" y="1867"/>
                  </a:lnTo>
                  <a:lnTo>
                    <a:pt x="129" y="1879"/>
                  </a:lnTo>
                  <a:lnTo>
                    <a:pt x="140" y="1892"/>
                  </a:lnTo>
                  <a:lnTo>
                    <a:pt x="151" y="1901"/>
                  </a:lnTo>
                  <a:lnTo>
                    <a:pt x="163" y="1911"/>
                  </a:lnTo>
                  <a:lnTo>
                    <a:pt x="174" y="1920"/>
                  </a:lnTo>
                  <a:lnTo>
                    <a:pt x="186" y="1926"/>
                  </a:lnTo>
                  <a:lnTo>
                    <a:pt x="199" y="1932"/>
                  </a:lnTo>
                  <a:lnTo>
                    <a:pt x="212" y="1939"/>
                  </a:lnTo>
                  <a:lnTo>
                    <a:pt x="224" y="1942"/>
                  </a:lnTo>
                  <a:lnTo>
                    <a:pt x="238" y="1945"/>
                  </a:lnTo>
                  <a:lnTo>
                    <a:pt x="253" y="1945"/>
                  </a:lnTo>
                  <a:lnTo>
                    <a:pt x="267" y="1945"/>
                  </a:lnTo>
                  <a:lnTo>
                    <a:pt x="281" y="1942"/>
                  </a:lnTo>
                  <a:lnTo>
                    <a:pt x="294" y="1939"/>
                  </a:lnTo>
                  <a:lnTo>
                    <a:pt x="308" y="1932"/>
                  </a:lnTo>
                  <a:lnTo>
                    <a:pt x="321" y="1926"/>
                  </a:lnTo>
                  <a:lnTo>
                    <a:pt x="333" y="1920"/>
                  </a:lnTo>
                  <a:lnTo>
                    <a:pt x="348" y="1911"/>
                  </a:lnTo>
                  <a:lnTo>
                    <a:pt x="360" y="1898"/>
                  </a:lnTo>
                  <a:lnTo>
                    <a:pt x="373" y="1889"/>
                  </a:lnTo>
                  <a:lnTo>
                    <a:pt x="385" y="1873"/>
                  </a:lnTo>
                  <a:lnTo>
                    <a:pt x="398" y="1858"/>
                  </a:lnTo>
                  <a:lnTo>
                    <a:pt x="409" y="1842"/>
                  </a:lnTo>
                  <a:lnTo>
                    <a:pt x="421" y="1826"/>
                  </a:lnTo>
                  <a:lnTo>
                    <a:pt x="432" y="1804"/>
                  </a:lnTo>
                  <a:lnTo>
                    <a:pt x="442" y="1786"/>
                  </a:lnTo>
                  <a:lnTo>
                    <a:pt x="453" y="1764"/>
                  </a:lnTo>
                  <a:lnTo>
                    <a:pt x="453" y="1889"/>
                  </a:lnTo>
                  <a:lnTo>
                    <a:pt x="459" y="1914"/>
                  </a:lnTo>
                  <a:lnTo>
                    <a:pt x="534" y="1904"/>
                  </a:lnTo>
                  <a:lnTo>
                    <a:pt x="607" y="1898"/>
                  </a:lnTo>
                  <a:lnTo>
                    <a:pt x="614" y="1879"/>
                  </a:lnTo>
                  <a:close/>
                  <a:moveTo>
                    <a:pt x="455" y="1495"/>
                  </a:moveTo>
                  <a:lnTo>
                    <a:pt x="446" y="1514"/>
                  </a:lnTo>
                  <a:lnTo>
                    <a:pt x="437" y="1533"/>
                  </a:lnTo>
                  <a:lnTo>
                    <a:pt x="428" y="1548"/>
                  </a:lnTo>
                  <a:lnTo>
                    <a:pt x="419" y="1564"/>
                  </a:lnTo>
                  <a:lnTo>
                    <a:pt x="409" y="1580"/>
                  </a:lnTo>
                  <a:lnTo>
                    <a:pt x="400" y="1592"/>
                  </a:lnTo>
                  <a:lnTo>
                    <a:pt x="390" y="1605"/>
                  </a:lnTo>
                  <a:lnTo>
                    <a:pt x="380" y="1614"/>
                  </a:lnTo>
                  <a:lnTo>
                    <a:pt x="358" y="1633"/>
                  </a:lnTo>
                  <a:lnTo>
                    <a:pt x="348" y="1639"/>
                  </a:lnTo>
                  <a:lnTo>
                    <a:pt x="336" y="1642"/>
                  </a:lnTo>
                  <a:lnTo>
                    <a:pt x="314" y="1651"/>
                  </a:lnTo>
                  <a:lnTo>
                    <a:pt x="292" y="1651"/>
                  </a:lnTo>
                  <a:lnTo>
                    <a:pt x="277" y="1651"/>
                  </a:lnTo>
                  <a:lnTo>
                    <a:pt x="263" y="1645"/>
                  </a:lnTo>
                  <a:lnTo>
                    <a:pt x="249" y="1639"/>
                  </a:lnTo>
                  <a:lnTo>
                    <a:pt x="236" y="1630"/>
                  </a:lnTo>
                  <a:lnTo>
                    <a:pt x="224" y="1617"/>
                  </a:lnTo>
                  <a:lnTo>
                    <a:pt x="213" y="1602"/>
                  </a:lnTo>
                  <a:lnTo>
                    <a:pt x="203" y="1583"/>
                  </a:lnTo>
                  <a:lnTo>
                    <a:pt x="199" y="1570"/>
                  </a:lnTo>
                  <a:lnTo>
                    <a:pt x="194" y="1561"/>
                  </a:lnTo>
                  <a:lnTo>
                    <a:pt x="190" y="1548"/>
                  </a:lnTo>
                  <a:lnTo>
                    <a:pt x="185" y="1536"/>
                  </a:lnTo>
                  <a:lnTo>
                    <a:pt x="178" y="1511"/>
                  </a:lnTo>
                  <a:lnTo>
                    <a:pt x="172" y="1486"/>
                  </a:lnTo>
                  <a:lnTo>
                    <a:pt x="167" y="1458"/>
                  </a:lnTo>
                  <a:lnTo>
                    <a:pt x="163" y="1427"/>
                  </a:lnTo>
                  <a:lnTo>
                    <a:pt x="160" y="1411"/>
                  </a:lnTo>
                  <a:lnTo>
                    <a:pt x="159" y="1395"/>
                  </a:lnTo>
                  <a:lnTo>
                    <a:pt x="158" y="1361"/>
                  </a:lnTo>
                  <a:lnTo>
                    <a:pt x="156" y="1324"/>
                  </a:lnTo>
                  <a:lnTo>
                    <a:pt x="159" y="1283"/>
                  </a:lnTo>
                  <a:lnTo>
                    <a:pt x="159" y="1261"/>
                  </a:lnTo>
                  <a:lnTo>
                    <a:pt x="161" y="1243"/>
                  </a:lnTo>
                  <a:lnTo>
                    <a:pt x="163" y="1224"/>
                  </a:lnTo>
                  <a:lnTo>
                    <a:pt x="165" y="1205"/>
                  </a:lnTo>
                  <a:lnTo>
                    <a:pt x="168" y="1189"/>
                  </a:lnTo>
                  <a:lnTo>
                    <a:pt x="172" y="1174"/>
                  </a:lnTo>
                  <a:lnTo>
                    <a:pt x="179" y="1143"/>
                  </a:lnTo>
                  <a:lnTo>
                    <a:pt x="183" y="1127"/>
                  </a:lnTo>
                  <a:lnTo>
                    <a:pt x="188" y="1111"/>
                  </a:lnTo>
                  <a:lnTo>
                    <a:pt x="194" y="1099"/>
                  </a:lnTo>
                  <a:lnTo>
                    <a:pt x="199" y="1086"/>
                  </a:lnTo>
                  <a:lnTo>
                    <a:pt x="204" y="1074"/>
                  </a:lnTo>
                  <a:lnTo>
                    <a:pt x="210" y="1065"/>
                  </a:lnTo>
                  <a:lnTo>
                    <a:pt x="223" y="1043"/>
                  </a:lnTo>
                  <a:lnTo>
                    <a:pt x="237" y="1024"/>
                  </a:lnTo>
                  <a:lnTo>
                    <a:pt x="251" y="1008"/>
                  </a:lnTo>
                  <a:lnTo>
                    <a:pt x="267" y="993"/>
                  </a:lnTo>
                  <a:lnTo>
                    <a:pt x="282" y="977"/>
                  </a:lnTo>
                  <a:lnTo>
                    <a:pt x="298" y="965"/>
                  </a:lnTo>
                  <a:lnTo>
                    <a:pt x="314" y="955"/>
                  </a:lnTo>
                  <a:lnTo>
                    <a:pt x="331" y="946"/>
                  </a:lnTo>
                  <a:lnTo>
                    <a:pt x="364" y="930"/>
                  </a:lnTo>
                  <a:lnTo>
                    <a:pt x="396" y="918"/>
                  </a:lnTo>
                  <a:lnTo>
                    <a:pt x="426" y="909"/>
                  </a:lnTo>
                  <a:lnTo>
                    <a:pt x="455" y="899"/>
                  </a:lnTo>
                  <a:lnTo>
                    <a:pt x="455" y="14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68331" name="Rectangle 11"/>
          <p:cNvSpPr>
            <a:spLocks noChangeArrowheads="1"/>
          </p:cNvSpPr>
          <p:nvPr/>
        </p:nvSpPr>
        <p:spPr bwMode="auto">
          <a:xfrm>
            <a:off x="1543050" y="2051050"/>
            <a:ext cx="4846638" cy="560388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sp>
        <p:nvSpPr>
          <p:cNvPr id="568332" name="Text Box 12"/>
          <p:cNvSpPr txBox="1">
            <a:spLocks noChangeArrowheads="1"/>
          </p:cNvSpPr>
          <p:nvPr/>
        </p:nvSpPr>
        <p:spPr bwMode="white">
          <a:xfrm>
            <a:off x="1343025" y="620713"/>
            <a:ext cx="5341938" cy="48609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274320" tIns="0" rIns="92985" bIns="46493"/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Necessidades Oi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Arquitetura da solução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Modelos de Configuração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Objetos de Banco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Ambiente Unix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Erros 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Dúvidas</a:t>
            </a:r>
            <a:endParaRPr lang="pt-BR">
              <a:solidFill>
                <a:schemeClr val="bg1"/>
              </a:solidFill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68333" name="Rectangle 13"/>
          <p:cNvSpPr>
            <a:spLocks noChangeArrowheads="1"/>
          </p:cNvSpPr>
          <p:nvPr/>
        </p:nvSpPr>
        <p:spPr bwMode="auto">
          <a:xfrm>
            <a:off x="6400800" y="0"/>
            <a:ext cx="758825" cy="68707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274320" tIns="46493" rIns="92985" bIns="46493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A36B13-CEB8-4DAA-9950-EA107C3C00C6}" type="slidenum">
              <a:rPr lang="en-US"/>
              <a:pPr/>
              <a:t>12</a:t>
            </a:fld>
            <a:endParaRPr lang="en-US"/>
          </a:p>
        </p:txBody>
      </p: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Modelos de configuração Kenan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3799" y="1161288"/>
            <a:ext cx="4404234" cy="4987925"/>
          </a:xfrm>
        </p:spPr>
        <p:txBody>
          <a:bodyPr/>
          <a:lstStyle/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 dirty="0"/>
              <a:t> Possíveis modelos de configuração:</a:t>
            </a:r>
          </a:p>
          <a:p>
            <a:pPr>
              <a:spcBef>
                <a:spcPct val="50000"/>
              </a:spcBef>
              <a:buFont typeface="Symbol" pitchFamily="18" charset="2"/>
              <a:buChar char="·"/>
            </a:pPr>
            <a:endParaRPr lang="pt-BR" sz="2000" dirty="0"/>
          </a:p>
          <a:p>
            <a:pPr>
              <a:spcBef>
                <a:spcPct val="50000"/>
              </a:spcBef>
            </a:pPr>
            <a:endParaRPr lang="pt-BR" sz="2000" dirty="0"/>
          </a:p>
        </p:txBody>
      </p:sp>
      <p:graphicFrame>
        <p:nvGraphicFramePr>
          <p:cNvPr id="494990" name="Group 398"/>
          <p:cNvGraphicFramePr>
            <a:graphicFrameLocks noGrp="1"/>
          </p:cNvGraphicFramePr>
          <p:nvPr>
            <p:ph sz="half" idx="2"/>
          </p:nvPr>
        </p:nvGraphicFramePr>
        <p:xfrm>
          <a:off x="609600" y="1475231"/>
          <a:ext cx="8022336" cy="4771722"/>
        </p:xfrm>
        <a:graphic>
          <a:graphicData uri="http://schemas.openxmlformats.org/drawingml/2006/table">
            <a:tbl>
              <a:tblPr/>
              <a:tblGrid>
                <a:gridCol w="1203813"/>
                <a:gridCol w="6818523"/>
              </a:tblGrid>
              <a:tr h="3218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Model Id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Nome do Modelo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0E0E0"/>
                    </a:solidFill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SMS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SMS Nível Conta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MMS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MMS Nível Conta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5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Ringtones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Ringtones Nível Conta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7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Minutos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Minutos Nível Conta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9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Dados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10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Crédito Dados Nível Conta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11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% em Assinatura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12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% em Assinatura nível Conta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13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% em Uso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14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Bônus em reais Paggo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15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% Predileto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84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16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Modelo Convergente de desconto % Assinatura Nível conta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17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em reais Oi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18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em reais Oi Nível Conta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19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Flex de Assinatura Nível instância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8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20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Flex de Franquia Nível instância</a:t>
                      </a:r>
                      <a:endParaRPr kumimoji="0" lang="pt-BR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21</a:t>
                      </a:r>
                      <a:endParaRPr kumimoji="0" lang="pt-B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Flex de Tarifa Nível instância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3G Flex de Assinatura Nivel Instancia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3G Flex de Franquia Nivel Instancia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3G </a:t>
                      </a:r>
                      <a:r>
                        <a:rPr kumimoji="0" lang="es-E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Flex</a:t>
                      </a:r>
                      <a:r>
                        <a:rPr kumimoji="0" lang="es-E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de Tarifa Nivel Instancia</a:t>
                      </a:r>
                      <a:endParaRPr kumimoji="0" lang="pt-B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80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Desconto R$ em Assinatura Nivel Instancia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51A8E3-3525-4586-91B6-D01C61658CDF}" type="slidenum">
              <a:rPr lang="en-US"/>
              <a:pPr/>
              <a:t>13</a:t>
            </a:fld>
            <a:endParaRPr lang="en-US"/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Modelos de configuração Kenan - </a:t>
            </a:r>
            <a:br>
              <a:rPr lang="pt-BR"/>
            </a:br>
            <a:r>
              <a:rPr lang="pt-BR" i="1"/>
              <a:t>Entidades configuradas no Kenan por modelo</a:t>
            </a:r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1800"/>
              <a:t> Modelos de Crédito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pt-BR" sz="1600"/>
              <a:t>Pacote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Componente</a:t>
            </a:r>
          </a:p>
          <a:p>
            <a:pPr lvl="3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Contrato</a:t>
            </a:r>
          </a:p>
          <a:p>
            <a:pPr lvl="4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Unidade de Crédito – Incluindo configuração contábil</a:t>
            </a:r>
          </a:p>
          <a:p>
            <a:pPr lvl="4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RC (Opcional) – incluindo configuração de Ajuste , imposto e Contábil</a:t>
            </a:r>
          </a:p>
          <a:p>
            <a:pPr lvl="4">
              <a:lnSpc>
                <a:spcPct val="80000"/>
              </a:lnSpc>
              <a:spcBef>
                <a:spcPct val="50000"/>
              </a:spcBef>
            </a:pPr>
            <a:endParaRPr lang="pt-BR" sz="1400"/>
          </a:p>
          <a:p>
            <a:pPr>
              <a:lnSpc>
                <a:spcPct val="8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1800"/>
              <a:t> Modelos de Desconto em Assinatura ou Tipo de Uso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pt-BR" sz="1600"/>
              <a:t>Pacote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Componente</a:t>
            </a:r>
          </a:p>
          <a:p>
            <a:pPr lvl="3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Contrato</a:t>
            </a:r>
          </a:p>
          <a:p>
            <a:pPr lvl="4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Desconto sobre RC ou tipo de uso - Incluindo configuração contábil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1800"/>
              <a:t> Modelos de Bônus(desconto) em Reais Paggo</a:t>
            </a:r>
          </a:p>
          <a:p>
            <a:pPr lvl="1">
              <a:lnSpc>
                <a:spcPct val="80000"/>
              </a:lnSpc>
              <a:spcBef>
                <a:spcPct val="50000"/>
              </a:spcBef>
            </a:pPr>
            <a:r>
              <a:rPr lang="pt-BR" sz="1600"/>
              <a:t>Pacote</a:t>
            </a:r>
          </a:p>
          <a:p>
            <a:pPr lvl="2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Componente</a:t>
            </a:r>
          </a:p>
          <a:p>
            <a:pPr lvl="3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Contrato</a:t>
            </a:r>
          </a:p>
          <a:p>
            <a:pPr lvl="4">
              <a:lnSpc>
                <a:spcPct val="80000"/>
              </a:lnSpc>
              <a:spcBef>
                <a:spcPct val="50000"/>
              </a:spcBef>
            </a:pPr>
            <a:r>
              <a:rPr lang="pt-BR" sz="1400"/>
              <a:t>Desconto sobre RC do Paggo - Incluindo configuração contábil</a:t>
            </a:r>
          </a:p>
          <a:p>
            <a:pPr lvl="4">
              <a:lnSpc>
                <a:spcPct val="80000"/>
              </a:lnSpc>
              <a:spcBef>
                <a:spcPct val="50000"/>
              </a:spcBef>
            </a:pPr>
            <a:endParaRPr lang="pt-BR" sz="1400"/>
          </a:p>
          <a:p>
            <a:pPr lvl="4">
              <a:lnSpc>
                <a:spcPct val="80000"/>
              </a:lnSpc>
              <a:spcBef>
                <a:spcPct val="50000"/>
              </a:spcBef>
            </a:pPr>
            <a:endParaRPr lang="pt-BR" sz="1400"/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pt-BR" sz="18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256F23-574E-425C-A1B1-C6E75992B56B}" type="slidenum">
              <a:rPr lang="en-US"/>
              <a:pPr/>
              <a:t>14</a:t>
            </a:fld>
            <a:endParaRPr lang="en-US"/>
          </a:p>
        </p:txBody>
      </p: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Modelos de configuração Kenan - </a:t>
            </a:r>
            <a:br>
              <a:rPr lang="pt-BR"/>
            </a:br>
            <a:r>
              <a:rPr lang="pt-BR" i="1"/>
              <a:t>Entidades configuradas no Kenan por modelo</a:t>
            </a: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1800"/>
              <a:t> Modelo Convergente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pt-BR" sz="1600"/>
              <a:t>Pacote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2 Componente , cada um com:</a:t>
            </a:r>
          </a:p>
          <a:p>
            <a:pPr lvl="3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1 Contrato</a:t>
            </a:r>
          </a:p>
          <a:p>
            <a:pPr lvl="4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Desconto sobre RC - Incluindo configuração contábil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1800"/>
              <a:t> Modelos de desconto Predileto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pt-BR" sz="1600"/>
              <a:t>Pacote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Componente</a:t>
            </a:r>
          </a:p>
          <a:p>
            <a:pPr lvl="3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Contrato</a:t>
            </a:r>
          </a:p>
          <a:p>
            <a:pPr lvl="4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Desconto do tipo Corridor sobre tipo de uso - Incluindo configuração contábil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Symbol" pitchFamily="18" charset="2"/>
              <a:buChar char="·"/>
            </a:pPr>
            <a:r>
              <a:rPr lang="pt-BR" sz="1800"/>
              <a:t> Modelos de desconto em Reais Oi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pt-BR" sz="1600"/>
              <a:t>Pacote</a:t>
            </a:r>
          </a:p>
          <a:p>
            <a:pPr lvl="2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Componente</a:t>
            </a:r>
          </a:p>
          <a:p>
            <a:pPr lvl="3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Contrato</a:t>
            </a:r>
          </a:p>
          <a:p>
            <a:pPr lvl="4">
              <a:lnSpc>
                <a:spcPct val="90000"/>
              </a:lnSpc>
              <a:spcBef>
                <a:spcPct val="50000"/>
              </a:spcBef>
            </a:pPr>
            <a:r>
              <a:rPr lang="pt-BR" sz="1400"/>
              <a:t>Desconto sobre a fatura (todos os itens) - Incluindo configuração contábil</a:t>
            </a:r>
          </a:p>
          <a:p>
            <a:pPr lvl="4">
              <a:lnSpc>
                <a:spcPct val="90000"/>
              </a:lnSpc>
              <a:spcBef>
                <a:spcPct val="50000"/>
              </a:spcBef>
            </a:pPr>
            <a:endParaRPr lang="pt-BR" sz="1400"/>
          </a:p>
          <a:p>
            <a:pPr lvl="4">
              <a:lnSpc>
                <a:spcPct val="90000"/>
              </a:lnSpc>
              <a:spcBef>
                <a:spcPct val="50000"/>
              </a:spcBef>
            </a:pPr>
            <a:endParaRPr lang="pt-BR" sz="1400"/>
          </a:p>
          <a:p>
            <a:pPr lvl="4">
              <a:lnSpc>
                <a:spcPct val="90000"/>
              </a:lnSpc>
              <a:spcBef>
                <a:spcPct val="50000"/>
              </a:spcBef>
            </a:pPr>
            <a:endParaRPr lang="pt-BR" sz="1400"/>
          </a:p>
          <a:p>
            <a:pPr lvl="4">
              <a:lnSpc>
                <a:spcPct val="90000"/>
              </a:lnSpc>
              <a:spcBef>
                <a:spcPct val="50000"/>
              </a:spcBef>
            </a:pPr>
            <a:endParaRPr lang="pt-BR" sz="1600"/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pt-BR" sz="20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AB6B00-E31C-48E0-B7B8-8E1D120D4AFB}" type="slidenum">
              <a:rPr lang="en-US"/>
              <a:pPr/>
              <a:t>15</a:t>
            </a:fld>
            <a:endParaRPr lang="en-US"/>
          </a:p>
        </p:txBody>
      </p: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Modelos de configuração Kenan - </a:t>
            </a:r>
            <a:br>
              <a:rPr lang="pt-BR"/>
            </a:br>
            <a:r>
              <a:rPr lang="pt-BR" i="1"/>
              <a:t>Entidades configuradas no Kenan por modelo</a:t>
            </a:r>
          </a:p>
        </p:txBody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Flex de Assinatura</a:t>
            </a:r>
          </a:p>
          <a:p>
            <a:pPr lvl="1">
              <a:spcBef>
                <a:spcPct val="50000"/>
              </a:spcBef>
            </a:pPr>
            <a:r>
              <a:rPr lang="pt-BR" sz="1600"/>
              <a:t>1 componente com uma nova tarifa para RC existente</a:t>
            </a:r>
          </a:p>
          <a:p>
            <a:pPr>
              <a:spcBef>
                <a:spcPct val="50000"/>
              </a:spcBef>
            </a:pPr>
            <a:endParaRPr lang="pt-BR" sz="1600"/>
          </a:p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Flex de Franquia</a:t>
            </a:r>
          </a:p>
          <a:p>
            <a:pPr lvl="2">
              <a:spcBef>
                <a:spcPct val="50000"/>
              </a:spcBef>
            </a:pPr>
            <a:r>
              <a:rPr lang="pt-BR" sz="1600"/>
              <a:t>Componente</a:t>
            </a:r>
          </a:p>
          <a:p>
            <a:pPr lvl="3">
              <a:spcBef>
                <a:spcPct val="50000"/>
              </a:spcBef>
            </a:pPr>
            <a:r>
              <a:rPr lang="pt-BR" sz="1600"/>
              <a:t>Contrato</a:t>
            </a:r>
          </a:p>
          <a:p>
            <a:pPr lvl="4">
              <a:spcBef>
                <a:spcPct val="50000"/>
              </a:spcBef>
            </a:pPr>
            <a:r>
              <a:rPr lang="pt-BR" sz="1600"/>
              <a:t>Unidade de Crédito- Incluindo configuração contábil</a:t>
            </a:r>
          </a:p>
          <a:p>
            <a:pPr lvl="4">
              <a:spcBef>
                <a:spcPct val="50000"/>
              </a:spcBef>
            </a:pPr>
            <a:endParaRPr lang="pt-BR" sz="1600"/>
          </a:p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 sz="2000"/>
              <a:t> Flex de tarifa</a:t>
            </a:r>
          </a:p>
          <a:p>
            <a:pPr lvl="2">
              <a:spcBef>
                <a:spcPct val="50000"/>
              </a:spcBef>
            </a:pPr>
            <a:r>
              <a:rPr lang="pt-BR" sz="1600"/>
              <a:t>Componente com nova tarifa para os tipos de usos</a:t>
            </a:r>
          </a:p>
          <a:p>
            <a:pPr lvl="4">
              <a:spcBef>
                <a:spcPct val="50000"/>
              </a:spcBef>
            </a:pPr>
            <a:endParaRPr lang="pt-BR" sz="1600"/>
          </a:p>
          <a:p>
            <a:pPr lvl="4">
              <a:spcBef>
                <a:spcPct val="50000"/>
              </a:spcBef>
            </a:pPr>
            <a:endParaRPr lang="pt-BR" sz="1600"/>
          </a:p>
          <a:p>
            <a:pPr lvl="4">
              <a:spcBef>
                <a:spcPct val="50000"/>
              </a:spcBef>
            </a:pPr>
            <a:endParaRPr lang="pt-BR"/>
          </a:p>
          <a:p>
            <a:pPr>
              <a:spcBef>
                <a:spcPct val="50000"/>
              </a:spcBef>
            </a:pPr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98E4E4-B977-44C3-A54F-4C889059299B}" type="slidenum">
              <a:rPr lang="en-US"/>
              <a:pPr/>
              <a:t>16</a:t>
            </a:fld>
            <a:endParaRPr lang="en-US"/>
          </a:p>
        </p:txBody>
      </p:sp>
      <p:pic>
        <p:nvPicPr>
          <p:cNvPr id="570370" name="Picture 2" descr="Set-5-00102"/>
          <p:cNvPicPr>
            <a:picLocks noChangeAspect="1" noChangeArrowheads="1"/>
          </p:cNvPicPr>
          <p:nvPr/>
        </p:nvPicPr>
        <p:blipFill>
          <a:blip r:embed="rId3" cstate="print"/>
          <a:srcRect l="20557" t="5774" r="13904" b="237"/>
          <a:stretch>
            <a:fillRect/>
          </a:stretch>
        </p:blipFill>
        <p:spPr bwMode="auto">
          <a:xfrm>
            <a:off x="5908675" y="658813"/>
            <a:ext cx="3248025" cy="6213475"/>
          </a:xfrm>
          <a:prstGeom prst="rect">
            <a:avLst/>
          </a:prstGeom>
          <a:noFill/>
        </p:spPr>
      </p:pic>
      <p:sp>
        <p:nvSpPr>
          <p:cNvPr id="570371" name="Rectangle 3"/>
          <p:cNvSpPr>
            <a:spLocks noChangeArrowheads="1"/>
          </p:cNvSpPr>
          <p:nvPr/>
        </p:nvSpPr>
        <p:spPr bwMode="auto">
          <a:xfrm>
            <a:off x="1543050" y="0"/>
            <a:ext cx="4859338" cy="685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grpSp>
        <p:nvGrpSpPr>
          <p:cNvPr id="570372" name="Group 4"/>
          <p:cNvGrpSpPr>
            <a:grpSpLocks/>
          </p:cNvGrpSpPr>
          <p:nvPr/>
        </p:nvGrpSpPr>
        <p:grpSpPr bwMode="auto">
          <a:xfrm rot="16200000">
            <a:off x="-736600" y="1990725"/>
            <a:ext cx="3022600" cy="965200"/>
            <a:chOff x="126" y="2035"/>
            <a:chExt cx="4129" cy="1319"/>
          </a:xfrm>
        </p:grpSpPr>
        <p:sp>
          <p:nvSpPr>
            <p:cNvPr id="570373" name="Freeform 5"/>
            <p:cNvSpPr>
              <a:spLocks noEditPoints="1"/>
            </p:cNvSpPr>
            <p:nvPr/>
          </p:nvSpPr>
          <p:spPr bwMode="auto">
            <a:xfrm>
              <a:off x="126" y="2161"/>
              <a:ext cx="770" cy="911"/>
            </a:xfrm>
            <a:custGeom>
              <a:avLst/>
              <a:gdLst/>
              <a:ahLst/>
              <a:cxnLst>
                <a:cxn ang="0">
                  <a:pos x="892" y="2491"/>
                </a:cxn>
                <a:cxn ang="0">
                  <a:pos x="811" y="1876"/>
                </a:cxn>
                <a:cxn ang="0">
                  <a:pos x="730" y="1261"/>
                </a:cxn>
                <a:cxn ang="0">
                  <a:pos x="689" y="952"/>
                </a:cxn>
                <a:cxn ang="0">
                  <a:pos x="651" y="643"/>
                </a:cxn>
                <a:cxn ang="0">
                  <a:pos x="612" y="334"/>
                </a:cxn>
                <a:cxn ang="0">
                  <a:pos x="574" y="25"/>
                </a:cxn>
                <a:cxn ang="0">
                  <a:pos x="563" y="0"/>
                </a:cxn>
                <a:cxn ang="0">
                  <a:pos x="458" y="6"/>
                </a:cxn>
                <a:cxn ang="0">
                  <a:pos x="354" y="9"/>
                </a:cxn>
                <a:cxn ang="0">
                  <a:pos x="343" y="34"/>
                </a:cxn>
                <a:cxn ang="0">
                  <a:pos x="326" y="171"/>
                </a:cxn>
                <a:cxn ang="0">
                  <a:pos x="308" y="309"/>
                </a:cxn>
                <a:cxn ang="0">
                  <a:pos x="291" y="443"/>
                </a:cxn>
                <a:cxn ang="0">
                  <a:pos x="272" y="577"/>
                </a:cxn>
                <a:cxn ang="0">
                  <a:pos x="235" y="846"/>
                </a:cxn>
                <a:cxn ang="0">
                  <a:pos x="196" y="1114"/>
                </a:cxn>
                <a:cxn ang="0">
                  <a:pos x="98" y="1807"/>
                </a:cxn>
                <a:cxn ang="0">
                  <a:pos x="0" y="2500"/>
                </a:cxn>
                <a:cxn ang="0">
                  <a:pos x="6" y="2525"/>
                </a:cxn>
                <a:cxn ang="0">
                  <a:pos x="44" y="2522"/>
                </a:cxn>
                <a:cxn ang="0">
                  <a:pos x="82" y="2519"/>
                </a:cxn>
                <a:cxn ang="0">
                  <a:pos x="157" y="2516"/>
                </a:cxn>
                <a:cxn ang="0">
                  <a:pos x="167" y="2491"/>
                </a:cxn>
                <a:cxn ang="0">
                  <a:pos x="209" y="2123"/>
                </a:cxn>
                <a:cxn ang="0">
                  <a:pos x="231" y="1941"/>
                </a:cxn>
                <a:cxn ang="0">
                  <a:pos x="254" y="1757"/>
                </a:cxn>
                <a:cxn ang="0">
                  <a:pos x="345" y="1754"/>
                </a:cxn>
                <a:cxn ang="0">
                  <a:pos x="436" y="1751"/>
                </a:cxn>
                <a:cxn ang="0">
                  <a:pos x="527" y="1754"/>
                </a:cxn>
                <a:cxn ang="0">
                  <a:pos x="620" y="1757"/>
                </a:cxn>
                <a:cxn ang="0">
                  <a:pos x="663" y="2132"/>
                </a:cxn>
                <a:cxn ang="0">
                  <a:pos x="706" y="2503"/>
                </a:cxn>
                <a:cxn ang="0">
                  <a:pos x="716" y="2528"/>
                </a:cxn>
                <a:cxn ang="0">
                  <a:pos x="801" y="2522"/>
                </a:cxn>
                <a:cxn ang="0">
                  <a:pos x="843" y="2519"/>
                </a:cxn>
                <a:cxn ang="0">
                  <a:pos x="887" y="2519"/>
                </a:cxn>
                <a:cxn ang="0">
                  <a:pos x="892" y="2491"/>
                </a:cxn>
                <a:cxn ang="0">
                  <a:pos x="585" y="1470"/>
                </a:cxn>
                <a:cxn ang="0">
                  <a:pos x="512" y="1473"/>
                </a:cxn>
                <a:cxn ang="0">
                  <a:pos x="438" y="1473"/>
                </a:cxn>
                <a:cxn ang="0">
                  <a:pos x="364" y="1473"/>
                </a:cxn>
                <a:cxn ang="0">
                  <a:pos x="290" y="1470"/>
                </a:cxn>
                <a:cxn ang="0">
                  <a:pos x="445" y="271"/>
                </a:cxn>
                <a:cxn ang="0">
                  <a:pos x="585" y="1470"/>
                </a:cxn>
              </a:cxnLst>
              <a:rect l="0" t="0" r="r" b="b"/>
              <a:pathLst>
                <a:path w="892" h="2528">
                  <a:moveTo>
                    <a:pt x="892" y="2491"/>
                  </a:moveTo>
                  <a:lnTo>
                    <a:pt x="811" y="1876"/>
                  </a:lnTo>
                  <a:lnTo>
                    <a:pt x="730" y="1261"/>
                  </a:lnTo>
                  <a:lnTo>
                    <a:pt x="689" y="952"/>
                  </a:lnTo>
                  <a:lnTo>
                    <a:pt x="651" y="643"/>
                  </a:lnTo>
                  <a:lnTo>
                    <a:pt x="612" y="334"/>
                  </a:lnTo>
                  <a:lnTo>
                    <a:pt x="574" y="25"/>
                  </a:lnTo>
                  <a:lnTo>
                    <a:pt x="563" y="0"/>
                  </a:lnTo>
                  <a:lnTo>
                    <a:pt x="458" y="6"/>
                  </a:lnTo>
                  <a:lnTo>
                    <a:pt x="354" y="9"/>
                  </a:lnTo>
                  <a:lnTo>
                    <a:pt x="343" y="34"/>
                  </a:lnTo>
                  <a:lnTo>
                    <a:pt x="326" y="171"/>
                  </a:lnTo>
                  <a:lnTo>
                    <a:pt x="308" y="309"/>
                  </a:lnTo>
                  <a:lnTo>
                    <a:pt x="291" y="443"/>
                  </a:lnTo>
                  <a:lnTo>
                    <a:pt x="272" y="577"/>
                  </a:lnTo>
                  <a:lnTo>
                    <a:pt x="235" y="846"/>
                  </a:lnTo>
                  <a:lnTo>
                    <a:pt x="196" y="1114"/>
                  </a:lnTo>
                  <a:lnTo>
                    <a:pt x="98" y="1807"/>
                  </a:lnTo>
                  <a:lnTo>
                    <a:pt x="0" y="2500"/>
                  </a:lnTo>
                  <a:lnTo>
                    <a:pt x="6" y="2525"/>
                  </a:lnTo>
                  <a:lnTo>
                    <a:pt x="44" y="2522"/>
                  </a:lnTo>
                  <a:lnTo>
                    <a:pt x="82" y="2519"/>
                  </a:lnTo>
                  <a:lnTo>
                    <a:pt x="157" y="2516"/>
                  </a:lnTo>
                  <a:lnTo>
                    <a:pt x="167" y="2491"/>
                  </a:lnTo>
                  <a:lnTo>
                    <a:pt x="209" y="2123"/>
                  </a:lnTo>
                  <a:lnTo>
                    <a:pt x="231" y="1941"/>
                  </a:lnTo>
                  <a:lnTo>
                    <a:pt x="254" y="1757"/>
                  </a:lnTo>
                  <a:lnTo>
                    <a:pt x="345" y="1754"/>
                  </a:lnTo>
                  <a:lnTo>
                    <a:pt x="436" y="1751"/>
                  </a:lnTo>
                  <a:lnTo>
                    <a:pt x="527" y="1754"/>
                  </a:lnTo>
                  <a:lnTo>
                    <a:pt x="620" y="1757"/>
                  </a:lnTo>
                  <a:lnTo>
                    <a:pt x="663" y="2132"/>
                  </a:lnTo>
                  <a:lnTo>
                    <a:pt x="706" y="2503"/>
                  </a:lnTo>
                  <a:lnTo>
                    <a:pt x="716" y="2528"/>
                  </a:lnTo>
                  <a:lnTo>
                    <a:pt x="801" y="2522"/>
                  </a:lnTo>
                  <a:lnTo>
                    <a:pt x="843" y="2519"/>
                  </a:lnTo>
                  <a:lnTo>
                    <a:pt x="887" y="2519"/>
                  </a:lnTo>
                  <a:lnTo>
                    <a:pt x="892" y="2491"/>
                  </a:lnTo>
                  <a:close/>
                  <a:moveTo>
                    <a:pt x="585" y="1470"/>
                  </a:moveTo>
                  <a:lnTo>
                    <a:pt x="512" y="1473"/>
                  </a:lnTo>
                  <a:lnTo>
                    <a:pt x="438" y="1473"/>
                  </a:lnTo>
                  <a:lnTo>
                    <a:pt x="364" y="1473"/>
                  </a:lnTo>
                  <a:lnTo>
                    <a:pt x="290" y="1470"/>
                  </a:lnTo>
                  <a:lnTo>
                    <a:pt x="445" y="271"/>
                  </a:lnTo>
                  <a:lnTo>
                    <a:pt x="585" y="147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0374" name="Freeform 6"/>
            <p:cNvSpPr>
              <a:spLocks noEditPoints="1"/>
            </p:cNvSpPr>
            <p:nvPr/>
          </p:nvSpPr>
          <p:spPr bwMode="auto">
            <a:xfrm>
              <a:off x="947" y="2359"/>
              <a:ext cx="597" cy="995"/>
            </a:xfrm>
            <a:custGeom>
              <a:avLst/>
              <a:gdLst/>
              <a:ahLst/>
              <a:cxnLst>
                <a:cxn ang="0">
                  <a:pos x="435" y="7"/>
                </a:cxn>
                <a:cxn ang="0">
                  <a:pos x="266" y="10"/>
                </a:cxn>
                <a:cxn ang="0">
                  <a:pos x="168" y="69"/>
                </a:cxn>
                <a:cxn ang="0">
                  <a:pos x="91" y="200"/>
                </a:cxn>
                <a:cxn ang="0">
                  <a:pos x="38" y="397"/>
                </a:cxn>
                <a:cxn ang="0">
                  <a:pos x="17" y="668"/>
                </a:cxn>
                <a:cxn ang="0">
                  <a:pos x="40" y="937"/>
                </a:cxn>
                <a:cxn ang="0">
                  <a:pos x="97" y="1115"/>
                </a:cxn>
                <a:cxn ang="0">
                  <a:pos x="59" y="1567"/>
                </a:cxn>
                <a:cxn ang="0">
                  <a:pos x="68" y="1820"/>
                </a:cxn>
                <a:cxn ang="0">
                  <a:pos x="11" y="2039"/>
                </a:cxn>
                <a:cxn ang="0">
                  <a:pos x="2" y="2254"/>
                </a:cxn>
                <a:cxn ang="0">
                  <a:pos x="22" y="2429"/>
                </a:cxn>
                <a:cxn ang="0">
                  <a:pos x="95" y="2616"/>
                </a:cxn>
                <a:cxn ang="0">
                  <a:pos x="180" y="2710"/>
                </a:cxn>
                <a:cxn ang="0">
                  <a:pos x="328" y="2763"/>
                </a:cxn>
                <a:cxn ang="0">
                  <a:pos x="469" y="2719"/>
                </a:cxn>
                <a:cxn ang="0">
                  <a:pos x="570" y="2601"/>
                </a:cxn>
                <a:cxn ang="0">
                  <a:pos x="645" y="2392"/>
                </a:cxn>
                <a:cxn ang="0">
                  <a:pos x="671" y="2164"/>
                </a:cxn>
                <a:cxn ang="0">
                  <a:pos x="661" y="1951"/>
                </a:cxn>
                <a:cxn ang="0">
                  <a:pos x="618" y="1777"/>
                </a:cxn>
                <a:cxn ang="0">
                  <a:pos x="538" y="1639"/>
                </a:cxn>
                <a:cxn ang="0">
                  <a:pos x="290" y="1477"/>
                </a:cxn>
                <a:cxn ang="0">
                  <a:pos x="352" y="1286"/>
                </a:cxn>
                <a:cxn ang="0">
                  <a:pos x="446" y="1246"/>
                </a:cxn>
                <a:cxn ang="0">
                  <a:pos x="537" y="1124"/>
                </a:cxn>
                <a:cxn ang="0">
                  <a:pos x="593" y="956"/>
                </a:cxn>
                <a:cxn ang="0">
                  <a:pos x="620" y="737"/>
                </a:cxn>
                <a:cxn ang="0">
                  <a:pos x="614" y="497"/>
                </a:cxn>
                <a:cxn ang="0">
                  <a:pos x="584" y="347"/>
                </a:cxn>
                <a:cxn ang="0">
                  <a:pos x="689" y="147"/>
                </a:cxn>
                <a:cxn ang="0">
                  <a:pos x="464" y="818"/>
                </a:cxn>
                <a:cxn ang="0">
                  <a:pos x="425" y="968"/>
                </a:cxn>
                <a:cxn ang="0">
                  <a:pos x="358" y="1043"/>
                </a:cxn>
                <a:cxn ang="0">
                  <a:pos x="257" y="1021"/>
                </a:cxn>
                <a:cxn ang="0">
                  <a:pos x="208" y="937"/>
                </a:cxn>
                <a:cxn ang="0">
                  <a:pos x="171" y="756"/>
                </a:cxn>
                <a:cxn ang="0">
                  <a:pos x="170" y="568"/>
                </a:cxn>
                <a:cxn ang="0">
                  <a:pos x="208" y="362"/>
                </a:cxn>
                <a:cxn ang="0">
                  <a:pos x="271" y="263"/>
                </a:cxn>
                <a:cxn ang="0">
                  <a:pos x="367" y="256"/>
                </a:cxn>
                <a:cxn ang="0">
                  <a:pos x="426" y="337"/>
                </a:cxn>
                <a:cxn ang="0">
                  <a:pos x="466" y="515"/>
                </a:cxn>
                <a:cxn ang="0">
                  <a:pos x="511" y="2282"/>
                </a:cxn>
                <a:cxn ang="0">
                  <a:pos x="476" y="2420"/>
                </a:cxn>
                <a:cxn ang="0">
                  <a:pos x="385" y="2516"/>
                </a:cxn>
                <a:cxn ang="0">
                  <a:pos x="269" y="2504"/>
                </a:cxn>
                <a:cxn ang="0">
                  <a:pos x="194" y="2416"/>
                </a:cxn>
                <a:cxn ang="0">
                  <a:pos x="160" y="2307"/>
                </a:cxn>
                <a:cxn ang="0">
                  <a:pos x="147" y="2129"/>
                </a:cxn>
                <a:cxn ang="0">
                  <a:pos x="170" y="1958"/>
                </a:cxn>
                <a:cxn ang="0">
                  <a:pos x="378" y="1876"/>
                </a:cxn>
                <a:cxn ang="0">
                  <a:pos x="479" y="1995"/>
                </a:cxn>
                <a:cxn ang="0">
                  <a:pos x="514" y="2142"/>
                </a:cxn>
              </a:cxnLst>
              <a:rect l="0" t="0" r="r" b="b"/>
              <a:pathLst>
                <a:path w="693" h="2763">
                  <a:moveTo>
                    <a:pt x="693" y="28"/>
                  </a:moveTo>
                  <a:lnTo>
                    <a:pt x="687" y="3"/>
                  </a:lnTo>
                  <a:lnTo>
                    <a:pt x="632" y="7"/>
                  </a:lnTo>
                  <a:lnTo>
                    <a:pt x="577" y="7"/>
                  </a:lnTo>
                  <a:lnTo>
                    <a:pt x="521" y="10"/>
                  </a:lnTo>
                  <a:lnTo>
                    <a:pt x="466" y="10"/>
                  </a:lnTo>
                  <a:lnTo>
                    <a:pt x="435" y="7"/>
                  </a:lnTo>
                  <a:lnTo>
                    <a:pt x="405" y="3"/>
                  </a:lnTo>
                  <a:lnTo>
                    <a:pt x="375" y="3"/>
                  </a:lnTo>
                  <a:lnTo>
                    <a:pt x="344" y="0"/>
                  </a:lnTo>
                  <a:lnTo>
                    <a:pt x="324" y="0"/>
                  </a:lnTo>
                  <a:lnTo>
                    <a:pt x="304" y="3"/>
                  </a:lnTo>
                  <a:lnTo>
                    <a:pt x="285" y="7"/>
                  </a:lnTo>
                  <a:lnTo>
                    <a:pt x="266" y="10"/>
                  </a:lnTo>
                  <a:lnTo>
                    <a:pt x="257" y="13"/>
                  </a:lnTo>
                  <a:lnTo>
                    <a:pt x="248" y="19"/>
                  </a:lnTo>
                  <a:lnTo>
                    <a:pt x="230" y="25"/>
                  </a:lnTo>
                  <a:lnTo>
                    <a:pt x="212" y="35"/>
                  </a:lnTo>
                  <a:lnTo>
                    <a:pt x="194" y="47"/>
                  </a:lnTo>
                  <a:lnTo>
                    <a:pt x="176" y="63"/>
                  </a:lnTo>
                  <a:lnTo>
                    <a:pt x="168" y="69"/>
                  </a:lnTo>
                  <a:lnTo>
                    <a:pt x="160" y="78"/>
                  </a:lnTo>
                  <a:lnTo>
                    <a:pt x="152" y="91"/>
                  </a:lnTo>
                  <a:lnTo>
                    <a:pt x="144" y="100"/>
                  </a:lnTo>
                  <a:lnTo>
                    <a:pt x="127" y="125"/>
                  </a:lnTo>
                  <a:lnTo>
                    <a:pt x="113" y="153"/>
                  </a:lnTo>
                  <a:lnTo>
                    <a:pt x="98" y="181"/>
                  </a:lnTo>
                  <a:lnTo>
                    <a:pt x="91" y="200"/>
                  </a:lnTo>
                  <a:lnTo>
                    <a:pt x="85" y="216"/>
                  </a:lnTo>
                  <a:lnTo>
                    <a:pt x="71" y="253"/>
                  </a:lnTo>
                  <a:lnTo>
                    <a:pt x="65" y="278"/>
                  </a:lnTo>
                  <a:lnTo>
                    <a:pt x="58" y="300"/>
                  </a:lnTo>
                  <a:lnTo>
                    <a:pt x="48" y="347"/>
                  </a:lnTo>
                  <a:lnTo>
                    <a:pt x="43" y="372"/>
                  </a:lnTo>
                  <a:lnTo>
                    <a:pt x="38" y="397"/>
                  </a:lnTo>
                  <a:lnTo>
                    <a:pt x="34" y="422"/>
                  </a:lnTo>
                  <a:lnTo>
                    <a:pt x="30" y="450"/>
                  </a:lnTo>
                  <a:lnTo>
                    <a:pt x="25" y="503"/>
                  </a:lnTo>
                  <a:lnTo>
                    <a:pt x="22" y="531"/>
                  </a:lnTo>
                  <a:lnTo>
                    <a:pt x="21" y="559"/>
                  </a:lnTo>
                  <a:lnTo>
                    <a:pt x="18" y="612"/>
                  </a:lnTo>
                  <a:lnTo>
                    <a:pt x="17" y="668"/>
                  </a:lnTo>
                  <a:lnTo>
                    <a:pt x="17" y="712"/>
                  </a:lnTo>
                  <a:lnTo>
                    <a:pt x="20" y="756"/>
                  </a:lnTo>
                  <a:lnTo>
                    <a:pt x="22" y="796"/>
                  </a:lnTo>
                  <a:lnTo>
                    <a:pt x="26" y="837"/>
                  </a:lnTo>
                  <a:lnTo>
                    <a:pt x="31" y="878"/>
                  </a:lnTo>
                  <a:lnTo>
                    <a:pt x="38" y="918"/>
                  </a:lnTo>
                  <a:lnTo>
                    <a:pt x="40" y="937"/>
                  </a:lnTo>
                  <a:lnTo>
                    <a:pt x="44" y="956"/>
                  </a:lnTo>
                  <a:lnTo>
                    <a:pt x="53" y="990"/>
                  </a:lnTo>
                  <a:lnTo>
                    <a:pt x="62" y="1024"/>
                  </a:lnTo>
                  <a:lnTo>
                    <a:pt x="67" y="1043"/>
                  </a:lnTo>
                  <a:lnTo>
                    <a:pt x="72" y="1059"/>
                  </a:lnTo>
                  <a:lnTo>
                    <a:pt x="84" y="1087"/>
                  </a:lnTo>
                  <a:lnTo>
                    <a:pt x="97" y="1115"/>
                  </a:lnTo>
                  <a:lnTo>
                    <a:pt x="111" y="1140"/>
                  </a:lnTo>
                  <a:lnTo>
                    <a:pt x="125" y="1165"/>
                  </a:lnTo>
                  <a:lnTo>
                    <a:pt x="140" y="1187"/>
                  </a:lnTo>
                  <a:lnTo>
                    <a:pt x="158" y="1205"/>
                  </a:lnTo>
                  <a:lnTo>
                    <a:pt x="109" y="1386"/>
                  </a:lnTo>
                  <a:lnTo>
                    <a:pt x="85" y="1477"/>
                  </a:lnTo>
                  <a:lnTo>
                    <a:pt x="59" y="1567"/>
                  </a:lnTo>
                  <a:lnTo>
                    <a:pt x="61" y="1611"/>
                  </a:lnTo>
                  <a:lnTo>
                    <a:pt x="95" y="1649"/>
                  </a:lnTo>
                  <a:lnTo>
                    <a:pt x="130" y="1686"/>
                  </a:lnTo>
                  <a:lnTo>
                    <a:pt x="104" y="1736"/>
                  </a:lnTo>
                  <a:lnTo>
                    <a:pt x="91" y="1764"/>
                  </a:lnTo>
                  <a:lnTo>
                    <a:pt x="80" y="1792"/>
                  </a:lnTo>
                  <a:lnTo>
                    <a:pt x="68" y="1820"/>
                  </a:lnTo>
                  <a:lnTo>
                    <a:pt x="58" y="1848"/>
                  </a:lnTo>
                  <a:lnTo>
                    <a:pt x="48" y="1876"/>
                  </a:lnTo>
                  <a:lnTo>
                    <a:pt x="39" y="1905"/>
                  </a:lnTo>
                  <a:lnTo>
                    <a:pt x="30" y="1936"/>
                  </a:lnTo>
                  <a:lnTo>
                    <a:pt x="23" y="1970"/>
                  </a:lnTo>
                  <a:lnTo>
                    <a:pt x="17" y="2004"/>
                  </a:lnTo>
                  <a:lnTo>
                    <a:pt x="11" y="2039"/>
                  </a:lnTo>
                  <a:lnTo>
                    <a:pt x="7" y="2076"/>
                  </a:lnTo>
                  <a:lnTo>
                    <a:pt x="4" y="2117"/>
                  </a:lnTo>
                  <a:lnTo>
                    <a:pt x="3" y="2139"/>
                  </a:lnTo>
                  <a:lnTo>
                    <a:pt x="2" y="2161"/>
                  </a:lnTo>
                  <a:lnTo>
                    <a:pt x="2" y="2182"/>
                  </a:lnTo>
                  <a:lnTo>
                    <a:pt x="0" y="2204"/>
                  </a:lnTo>
                  <a:lnTo>
                    <a:pt x="2" y="2254"/>
                  </a:lnTo>
                  <a:lnTo>
                    <a:pt x="3" y="2279"/>
                  </a:lnTo>
                  <a:lnTo>
                    <a:pt x="6" y="2301"/>
                  </a:lnTo>
                  <a:lnTo>
                    <a:pt x="7" y="2326"/>
                  </a:lnTo>
                  <a:lnTo>
                    <a:pt x="9" y="2348"/>
                  </a:lnTo>
                  <a:lnTo>
                    <a:pt x="12" y="2370"/>
                  </a:lnTo>
                  <a:lnTo>
                    <a:pt x="16" y="2388"/>
                  </a:lnTo>
                  <a:lnTo>
                    <a:pt x="22" y="2429"/>
                  </a:lnTo>
                  <a:lnTo>
                    <a:pt x="27" y="2448"/>
                  </a:lnTo>
                  <a:lnTo>
                    <a:pt x="31" y="2466"/>
                  </a:lnTo>
                  <a:lnTo>
                    <a:pt x="41" y="2501"/>
                  </a:lnTo>
                  <a:lnTo>
                    <a:pt x="54" y="2535"/>
                  </a:lnTo>
                  <a:lnTo>
                    <a:pt x="67" y="2563"/>
                  </a:lnTo>
                  <a:lnTo>
                    <a:pt x="81" y="2591"/>
                  </a:lnTo>
                  <a:lnTo>
                    <a:pt x="95" y="2616"/>
                  </a:lnTo>
                  <a:lnTo>
                    <a:pt x="111" y="2641"/>
                  </a:lnTo>
                  <a:lnTo>
                    <a:pt x="127" y="2660"/>
                  </a:lnTo>
                  <a:lnTo>
                    <a:pt x="135" y="2669"/>
                  </a:lnTo>
                  <a:lnTo>
                    <a:pt x="144" y="2679"/>
                  </a:lnTo>
                  <a:lnTo>
                    <a:pt x="153" y="2688"/>
                  </a:lnTo>
                  <a:lnTo>
                    <a:pt x="162" y="2697"/>
                  </a:lnTo>
                  <a:lnTo>
                    <a:pt x="180" y="2710"/>
                  </a:lnTo>
                  <a:lnTo>
                    <a:pt x="217" y="2735"/>
                  </a:lnTo>
                  <a:lnTo>
                    <a:pt x="235" y="2744"/>
                  </a:lnTo>
                  <a:lnTo>
                    <a:pt x="254" y="2751"/>
                  </a:lnTo>
                  <a:lnTo>
                    <a:pt x="272" y="2757"/>
                  </a:lnTo>
                  <a:lnTo>
                    <a:pt x="292" y="2760"/>
                  </a:lnTo>
                  <a:lnTo>
                    <a:pt x="310" y="2763"/>
                  </a:lnTo>
                  <a:lnTo>
                    <a:pt x="328" y="2763"/>
                  </a:lnTo>
                  <a:lnTo>
                    <a:pt x="334" y="2763"/>
                  </a:lnTo>
                  <a:lnTo>
                    <a:pt x="357" y="2763"/>
                  </a:lnTo>
                  <a:lnTo>
                    <a:pt x="380" y="2760"/>
                  </a:lnTo>
                  <a:lnTo>
                    <a:pt x="402" y="2754"/>
                  </a:lnTo>
                  <a:lnTo>
                    <a:pt x="425" y="2744"/>
                  </a:lnTo>
                  <a:lnTo>
                    <a:pt x="447" y="2732"/>
                  </a:lnTo>
                  <a:lnTo>
                    <a:pt x="469" y="2719"/>
                  </a:lnTo>
                  <a:lnTo>
                    <a:pt x="491" y="2701"/>
                  </a:lnTo>
                  <a:lnTo>
                    <a:pt x="512" y="2682"/>
                  </a:lnTo>
                  <a:lnTo>
                    <a:pt x="523" y="2669"/>
                  </a:lnTo>
                  <a:lnTo>
                    <a:pt x="533" y="2657"/>
                  </a:lnTo>
                  <a:lnTo>
                    <a:pt x="552" y="2632"/>
                  </a:lnTo>
                  <a:lnTo>
                    <a:pt x="561" y="2616"/>
                  </a:lnTo>
                  <a:lnTo>
                    <a:pt x="570" y="2601"/>
                  </a:lnTo>
                  <a:lnTo>
                    <a:pt x="588" y="2566"/>
                  </a:lnTo>
                  <a:lnTo>
                    <a:pt x="596" y="2548"/>
                  </a:lnTo>
                  <a:lnTo>
                    <a:pt x="603" y="2529"/>
                  </a:lnTo>
                  <a:lnTo>
                    <a:pt x="619" y="2488"/>
                  </a:lnTo>
                  <a:lnTo>
                    <a:pt x="632" y="2441"/>
                  </a:lnTo>
                  <a:lnTo>
                    <a:pt x="638" y="2416"/>
                  </a:lnTo>
                  <a:lnTo>
                    <a:pt x="645" y="2392"/>
                  </a:lnTo>
                  <a:lnTo>
                    <a:pt x="651" y="2360"/>
                  </a:lnTo>
                  <a:lnTo>
                    <a:pt x="656" y="2329"/>
                  </a:lnTo>
                  <a:lnTo>
                    <a:pt x="661" y="2298"/>
                  </a:lnTo>
                  <a:lnTo>
                    <a:pt x="665" y="2264"/>
                  </a:lnTo>
                  <a:lnTo>
                    <a:pt x="669" y="2232"/>
                  </a:lnTo>
                  <a:lnTo>
                    <a:pt x="670" y="2198"/>
                  </a:lnTo>
                  <a:lnTo>
                    <a:pt x="671" y="2164"/>
                  </a:lnTo>
                  <a:lnTo>
                    <a:pt x="673" y="2129"/>
                  </a:lnTo>
                  <a:lnTo>
                    <a:pt x="673" y="2098"/>
                  </a:lnTo>
                  <a:lnTo>
                    <a:pt x="671" y="2067"/>
                  </a:lnTo>
                  <a:lnTo>
                    <a:pt x="670" y="2036"/>
                  </a:lnTo>
                  <a:lnTo>
                    <a:pt x="668" y="2008"/>
                  </a:lnTo>
                  <a:lnTo>
                    <a:pt x="665" y="1979"/>
                  </a:lnTo>
                  <a:lnTo>
                    <a:pt x="661" y="1951"/>
                  </a:lnTo>
                  <a:lnTo>
                    <a:pt x="657" y="1923"/>
                  </a:lnTo>
                  <a:lnTo>
                    <a:pt x="652" y="1898"/>
                  </a:lnTo>
                  <a:lnTo>
                    <a:pt x="646" y="1873"/>
                  </a:lnTo>
                  <a:lnTo>
                    <a:pt x="641" y="1848"/>
                  </a:lnTo>
                  <a:lnTo>
                    <a:pt x="633" y="1823"/>
                  </a:lnTo>
                  <a:lnTo>
                    <a:pt x="627" y="1802"/>
                  </a:lnTo>
                  <a:lnTo>
                    <a:pt x="618" y="1777"/>
                  </a:lnTo>
                  <a:lnTo>
                    <a:pt x="610" y="1755"/>
                  </a:lnTo>
                  <a:lnTo>
                    <a:pt x="601" y="1736"/>
                  </a:lnTo>
                  <a:lnTo>
                    <a:pt x="591" y="1714"/>
                  </a:lnTo>
                  <a:lnTo>
                    <a:pt x="578" y="1692"/>
                  </a:lnTo>
                  <a:lnTo>
                    <a:pt x="565" y="1674"/>
                  </a:lnTo>
                  <a:lnTo>
                    <a:pt x="552" y="1655"/>
                  </a:lnTo>
                  <a:lnTo>
                    <a:pt x="538" y="1639"/>
                  </a:lnTo>
                  <a:lnTo>
                    <a:pt x="524" y="1624"/>
                  </a:lnTo>
                  <a:lnTo>
                    <a:pt x="509" y="1611"/>
                  </a:lnTo>
                  <a:lnTo>
                    <a:pt x="492" y="1599"/>
                  </a:lnTo>
                  <a:lnTo>
                    <a:pt x="476" y="1586"/>
                  </a:lnTo>
                  <a:lnTo>
                    <a:pt x="411" y="1546"/>
                  </a:lnTo>
                  <a:lnTo>
                    <a:pt x="352" y="1514"/>
                  </a:lnTo>
                  <a:lnTo>
                    <a:pt x="290" y="1477"/>
                  </a:lnTo>
                  <a:lnTo>
                    <a:pt x="260" y="1455"/>
                  </a:lnTo>
                  <a:lnTo>
                    <a:pt x="229" y="1436"/>
                  </a:lnTo>
                  <a:lnTo>
                    <a:pt x="271" y="1274"/>
                  </a:lnTo>
                  <a:lnTo>
                    <a:pt x="303" y="1280"/>
                  </a:lnTo>
                  <a:lnTo>
                    <a:pt x="320" y="1283"/>
                  </a:lnTo>
                  <a:lnTo>
                    <a:pt x="337" y="1286"/>
                  </a:lnTo>
                  <a:lnTo>
                    <a:pt x="352" y="1286"/>
                  </a:lnTo>
                  <a:lnTo>
                    <a:pt x="366" y="1283"/>
                  </a:lnTo>
                  <a:lnTo>
                    <a:pt x="380" y="1280"/>
                  </a:lnTo>
                  <a:lnTo>
                    <a:pt x="393" y="1274"/>
                  </a:lnTo>
                  <a:lnTo>
                    <a:pt x="407" y="1268"/>
                  </a:lnTo>
                  <a:lnTo>
                    <a:pt x="420" y="1261"/>
                  </a:lnTo>
                  <a:lnTo>
                    <a:pt x="433" y="1255"/>
                  </a:lnTo>
                  <a:lnTo>
                    <a:pt x="446" y="1246"/>
                  </a:lnTo>
                  <a:lnTo>
                    <a:pt x="458" y="1233"/>
                  </a:lnTo>
                  <a:lnTo>
                    <a:pt x="470" y="1221"/>
                  </a:lnTo>
                  <a:lnTo>
                    <a:pt x="493" y="1193"/>
                  </a:lnTo>
                  <a:lnTo>
                    <a:pt x="505" y="1177"/>
                  </a:lnTo>
                  <a:lnTo>
                    <a:pt x="516" y="1162"/>
                  </a:lnTo>
                  <a:lnTo>
                    <a:pt x="526" y="1143"/>
                  </a:lnTo>
                  <a:lnTo>
                    <a:pt x="537" y="1124"/>
                  </a:lnTo>
                  <a:lnTo>
                    <a:pt x="547" y="1102"/>
                  </a:lnTo>
                  <a:lnTo>
                    <a:pt x="556" y="1080"/>
                  </a:lnTo>
                  <a:lnTo>
                    <a:pt x="565" y="1059"/>
                  </a:lnTo>
                  <a:lnTo>
                    <a:pt x="573" y="1034"/>
                  </a:lnTo>
                  <a:lnTo>
                    <a:pt x="580" y="1009"/>
                  </a:lnTo>
                  <a:lnTo>
                    <a:pt x="588" y="984"/>
                  </a:lnTo>
                  <a:lnTo>
                    <a:pt x="593" y="956"/>
                  </a:lnTo>
                  <a:lnTo>
                    <a:pt x="600" y="927"/>
                  </a:lnTo>
                  <a:lnTo>
                    <a:pt x="605" y="899"/>
                  </a:lnTo>
                  <a:lnTo>
                    <a:pt x="609" y="868"/>
                  </a:lnTo>
                  <a:lnTo>
                    <a:pt x="612" y="837"/>
                  </a:lnTo>
                  <a:lnTo>
                    <a:pt x="616" y="806"/>
                  </a:lnTo>
                  <a:lnTo>
                    <a:pt x="619" y="771"/>
                  </a:lnTo>
                  <a:lnTo>
                    <a:pt x="620" y="737"/>
                  </a:lnTo>
                  <a:lnTo>
                    <a:pt x="621" y="700"/>
                  </a:lnTo>
                  <a:lnTo>
                    <a:pt x="623" y="662"/>
                  </a:lnTo>
                  <a:lnTo>
                    <a:pt x="621" y="606"/>
                  </a:lnTo>
                  <a:lnTo>
                    <a:pt x="620" y="578"/>
                  </a:lnTo>
                  <a:lnTo>
                    <a:pt x="619" y="550"/>
                  </a:lnTo>
                  <a:lnTo>
                    <a:pt x="616" y="525"/>
                  </a:lnTo>
                  <a:lnTo>
                    <a:pt x="614" y="497"/>
                  </a:lnTo>
                  <a:lnTo>
                    <a:pt x="610" y="472"/>
                  </a:lnTo>
                  <a:lnTo>
                    <a:pt x="606" y="444"/>
                  </a:lnTo>
                  <a:lnTo>
                    <a:pt x="601" y="419"/>
                  </a:lnTo>
                  <a:lnTo>
                    <a:pt x="596" y="394"/>
                  </a:lnTo>
                  <a:lnTo>
                    <a:pt x="593" y="381"/>
                  </a:lnTo>
                  <a:lnTo>
                    <a:pt x="591" y="369"/>
                  </a:lnTo>
                  <a:lnTo>
                    <a:pt x="584" y="347"/>
                  </a:lnTo>
                  <a:lnTo>
                    <a:pt x="578" y="325"/>
                  </a:lnTo>
                  <a:lnTo>
                    <a:pt x="570" y="303"/>
                  </a:lnTo>
                  <a:lnTo>
                    <a:pt x="562" y="284"/>
                  </a:lnTo>
                  <a:lnTo>
                    <a:pt x="553" y="266"/>
                  </a:lnTo>
                  <a:lnTo>
                    <a:pt x="677" y="284"/>
                  </a:lnTo>
                  <a:lnTo>
                    <a:pt x="687" y="266"/>
                  </a:lnTo>
                  <a:lnTo>
                    <a:pt x="689" y="147"/>
                  </a:lnTo>
                  <a:lnTo>
                    <a:pt x="693" y="28"/>
                  </a:lnTo>
                  <a:close/>
                  <a:moveTo>
                    <a:pt x="474" y="662"/>
                  </a:moveTo>
                  <a:lnTo>
                    <a:pt x="473" y="706"/>
                  </a:lnTo>
                  <a:lnTo>
                    <a:pt x="471" y="725"/>
                  </a:lnTo>
                  <a:lnTo>
                    <a:pt x="471" y="746"/>
                  </a:lnTo>
                  <a:lnTo>
                    <a:pt x="467" y="784"/>
                  </a:lnTo>
                  <a:lnTo>
                    <a:pt x="464" y="818"/>
                  </a:lnTo>
                  <a:lnTo>
                    <a:pt x="458" y="853"/>
                  </a:lnTo>
                  <a:lnTo>
                    <a:pt x="455" y="868"/>
                  </a:lnTo>
                  <a:lnTo>
                    <a:pt x="452" y="884"/>
                  </a:lnTo>
                  <a:lnTo>
                    <a:pt x="443" y="915"/>
                  </a:lnTo>
                  <a:lnTo>
                    <a:pt x="435" y="943"/>
                  </a:lnTo>
                  <a:lnTo>
                    <a:pt x="430" y="956"/>
                  </a:lnTo>
                  <a:lnTo>
                    <a:pt x="425" y="968"/>
                  </a:lnTo>
                  <a:lnTo>
                    <a:pt x="414" y="987"/>
                  </a:lnTo>
                  <a:lnTo>
                    <a:pt x="407" y="999"/>
                  </a:lnTo>
                  <a:lnTo>
                    <a:pt x="401" y="1006"/>
                  </a:lnTo>
                  <a:lnTo>
                    <a:pt x="388" y="1021"/>
                  </a:lnTo>
                  <a:lnTo>
                    <a:pt x="380" y="1027"/>
                  </a:lnTo>
                  <a:lnTo>
                    <a:pt x="374" y="1034"/>
                  </a:lnTo>
                  <a:lnTo>
                    <a:pt x="358" y="1043"/>
                  </a:lnTo>
                  <a:lnTo>
                    <a:pt x="342" y="1049"/>
                  </a:lnTo>
                  <a:lnTo>
                    <a:pt x="324" y="1049"/>
                  </a:lnTo>
                  <a:lnTo>
                    <a:pt x="306" y="1049"/>
                  </a:lnTo>
                  <a:lnTo>
                    <a:pt x="289" y="1043"/>
                  </a:lnTo>
                  <a:lnTo>
                    <a:pt x="280" y="1037"/>
                  </a:lnTo>
                  <a:lnTo>
                    <a:pt x="272" y="1034"/>
                  </a:lnTo>
                  <a:lnTo>
                    <a:pt x="257" y="1021"/>
                  </a:lnTo>
                  <a:lnTo>
                    <a:pt x="244" y="1006"/>
                  </a:lnTo>
                  <a:lnTo>
                    <a:pt x="236" y="996"/>
                  </a:lnTo>
                  <a:lnTo>
                    <a:pt x="231" y="987"/>
                  </a:lnTo>
                  <a:lnTo>
                    <a:pt x="225" y="974"/>
                  </a:lnTo>
                  <a:lnTo>
                    <a:pt x="219" y="965"/>
                  </a:lnTo>
                  <a:lnTo>
                    <a:pt x="213" y="952"/>
                  </a:lnTo>
                  <a:lnTo>
                    <a:pt x="208" y="937"/>
                  </a:lnTo>
                  <a:lnTo>
                    <a:pt x="198" y="909"/>
                  </a:lnTo>
                  <a:lnTo>
                    <a:pt x="190" y="878"/>
                  </a:lnTo>
                  <a:lnTo>
                    <a:pt x="183" y="846"/>
                  </a:lnTo>
                  <a:lnTo>
                    <a:pt x="180" y="831"/>
                  </a:lnTo>
                  <a:lnTo>
                    <a:pt x="177" y="812"/>
                  </a:lnTo>
                  <a:lnTo>
                    <a:pt x="172" y="774"/>
                  </a:lnTo>
                  <a:lnTo>
                    <a:pt x="171" y="756"/>
                  </a:lnTo>
                  <a:lnTo>
                    <a:pt x="170" y="737"/>
                  </a:lnTo>
                  <a:lnTo>
                    <a:pt x="168" y="715"/>
                  </a:lnTo>
                  <a:lnTo>
                    <a:pt x="167" y="696"/>
                  </a:lnTo>
                  <a:lnTo>
                    <a:pt x="166" y="653"/>
                  </a:lnTo>
                  <a:lnTo>
                    <a:pt x="167" y="609"/>
                  </a:lnTo>
                  <a:lnTo>
                    <a:pt x="168" y="590"/>
                  </a:lnTo>
                  <a:lnTo>
                    <a:pt x="170" y="568"/>
                  </a:lnTo>
                  <a:lnTo>
                    <a:pt x="172" y="531"/>
                  </a:lnTo>
                  <a:lnTo>
                    <a:pt x="177" y="494"/>
                  </a:lnTo>
                  <a:lnTo>
                    <a:pt x="183" y="459"/>
                  </a:lnTo>
                  <a:lnTo>
                    <a:pt x="190" y="425"/>
                  </a:lnTo>
                  <a:lnTo>
                    <a:pt x="198" y="394"/>
                  </a:lnTo>
                  <a:lnTo>
                    <a:pt x="203" y="378"/>
                  </a:lnTo>
                  <a:lnTo>
                    <a:pt x="208" y="362"/>
                  </a:lnTo>
                  <a:lnTo>
                    <a:pt x="219" y="337"/>
                  </a:lnTo>
                  <a:lnTo>
                    <a:pt x="225" y="325"/>
                  </a:lnTo>
                  <a:lnTo>
                    <a:pt x="230" y="312"/>
                  </a:lnTo>
                  <a:lnTo>
                    <a:pt x="243" y="294"/>
                  </a:lnTo>
                  <a:lnTo>
                    <a:pt x="249" y="284"/>
                  </a:lnTo>
                  <a:lnTo>
                    <a:pt x="257" y="275"/>
                  </a:lnTo>
                  <a:lnTo>
                    <a:pt x="271" y="263"/>
                  </a:lnTo>
                  <a:lnTo>
                    <a:pt x="288" y="253"/>
                  </a:lnTo>
                  <a:lnTo>
                    <a:pt x="304" y="247"/>
                  </a:lnTo>
                  <a:lnTo>
                    <a:pt x="322" y="244"/>
                  </a:lnTo>
                  <a:lnTo>
                    <a:pt x="331" y="244"/>
                  </a:lnTo>
                  <a:lnTo>
                    <a:pt x="340" y="247"/>
                  </a:lnTo>
                  <a:lnTo>
                    <a:pt x="358" y="253"/>
                  </a:lnTo>
                  <a:lnTo>
                    <a:pt x="367" y="256"/>
                  </a:lnTo>
                  <a:lnTo>
                    <a:pt x="375" y="263"/>
                  </a:lnTo>
                  <a:lnTo>
                    <a:pt x="389" y="275"/>
                  </a:lnTo>
                  <a:lnTo>
                    <a:pt x="397" y="284"/>
                  </a:lnTo>
                  <a:lnTo>
                    <a:pt x="403" y="294"/>
                  </a:lnTo>
                  <a:lnTo>
                    <a:pt x="416" y="312"/>
                  </a:lnTo>
                  <a:lnTo>
                    <a:pt x="421" y="325"/>
                  </a:lnTo>
                  <a:lnTo>
                    <a:pt x="426" y="337"/>
                  </a:lnTo>
                  <a:lnTo>
                    <a:pt x="437" y="366"/>
                  </a:lnTo>
                  <a:lnTo>
                    <a:pt x="442" y="378"/>
                  </a:lnTo>
                  <a:lnTo>
                    <a:pt x="446" y="394"/>
                  </a:lnTo>
                  <a:lnTo>
                    <a:pt x="453" y="428"/>
                  </a:lnTo>
                  <a:lnTo>
                    <a:pt x="460" y="462"/>
                  </a:lnTo>
                  <a:lnTo>
                    <a:pt x="465" y="497"/>
                  </a:lnTo>
                  <a:lnTo>
                    <a:pt x="466" y="515"/>
                  </a:lnTo>
                  <a:lnTo>
                    <a:pt x="469" y="537"/>
                  </a:lnTo>
                  <a:lnTo>
                    <a:pt x="471" y="578"/>
                  </a:lnTo>
                  <a:lnTo>
                    <a:pt x="473" y="618"/>
                  </a:lnTo>
                  <a:lnTo>
                    <a:pt x="474" y="662"/>
                  </a:lnTo>
                  <a:close/>
                  <a:moveTo>
                    <a:pt x="516" y="2201"/>
                  </a:moveTo>
                  <a:lnTo>
                    <a:pt x="514" y="2242"/>
                  </a:lnTo>
                  <a:lnTo>
                    <a:pt x="511" y="2282"/>
                  </a:lnTo>
                  <a:lnTo>
                    <a:pt x="509" y="2298"/>
                  </a:lnTo>
                  <a:lnTo>
                    <a:pt x="506" y="2317"/>
                  </a:lnTo>
                  <a:lnTo>
                    <a:pt x="500" y="2351"/>
                  </a:lnTo>
                  <a:lnTo>
                    <a:pt x="492" y="2379"/>
                  </a:lnTo>
                  <a:lnTo>
                    <a:pt x="487" y="2395"/>
                  </a:lnTo>
                  <a:lnTo>
                    <a:pt x="482" y="2407"/>
                  </a:lnTo>
                  <a:lnTo>
                    <a:pt x="476" y="2420"/>
                  </a:lnTo>
                  <a:lnTo>
                    <a:pt x="470" y="2429"/>
                  </a:lnTo>
                  <a:lnTo>
                    <a:pt x="457" y="2451"/>
                  </a:lnTo>
                  <a:lnTo>
                    <a:pt x="444" y="2470"/>
                  </a:lnTo>
                  <a:lnTo>
                    <a:pt x="430" y="2485"/>
                  </a:lnTo>
                  <a:lnTo>
                    <a:pt x="415" y="2498"/>
                  </a:lnTo>
                  <a:lnTo>
                    <a:pt x="401" y="2507"/>
                  </a:lnTo>
                  <a:lnTo>
                    <a:pt x="385" y="2516"/>
                  </a:lnTo>
                  <a:lnTo>
                    <a:pt x="370" y="2520"/>
                  </a:lnTo>
                  <a:lnTo>
                    <a:pt x="355" y="2523"/>
                  </a:lnTo>
                  <a:lnTo>
                    <a:pt x="338" y="2526"/>
                  </a:lnTo>
                  <a:lnTo>
                    <a:pt x="320" y="2523"/>
                  </a:lnTo>
                  <a:lnTo>
                    <a:pt x="303" y="2520"/>
                  </a:lnTo>
                  <a:lnTo>
                    <a:pt x="285" y="2513"/>
                  </a:lnTo>
                  <a:lnTo>
                    <a:pt x="269" y="2504"/>
                  </a:lnTo>
                  <a:lnTo>
                    <a:pt x="253" y="2491"/>
                  </a:lnTo>
                  <a:lnTo>
                    <a:pt x="238" y="2476"/>
                  </a:lnTo>
                  <a:lnTo>
                    <a:pt x="230" y="2470"/>
                  </a:lnTo>
                  <a:lnTo>
                    <a:pt x="222" y="2460"/>
                  </a:lnTo>
                  <a:lnTo>
                    <a:pt x="207" y="2438"/>
                  </a:lnTo>
                  <a:lnTo>
                    <a:pt x="201" y="2429"/>
                  </a:lnTo>
                  <a:lnTo>
                    <a:pt x="194" y="2416"/>
                  </a:lnTo>
                  <a:lnTo>
                    <a:pt x="188" y="2404"/>
                  </a:lnTo>
                  <a:lnTo>
                    <a:pt x="181" y="2388"/>
                  </a:lnTo>
                  <a:lnTo>
                    <a:pt x="176" y="2376"/>
                  </a:lnTo>
                  <a:lnTo>
                    <a:pt x="171" y="2360"/>
                  </a:lnTo>
                  <a:lnTo>
                    <a:pt x="167" y="2342"/>
                  </a:lnTo>
                  <a:lnTo>
                    <a:pt x="163" y="2326"/>
                  </a:lnTo>
                  <a:lnTo>
                    <a:pt x="160" y="2307"/>
                  </a:lnTo>
                  <a:lnTo>
                    <a:pt x="156" y="2289"/>
                  </a:lnTo>
                  <a:lnTo>
                    <a:pt x="153" y="2270"/>
                  </a:lnTo>
                  <a:lnTo>
                    <a:pt x="151" y="2251"/>
                  </a:lnTo>
                  <a:lnTo>
                    <a:pt x="148" y="2207"/>
                  </a:lnTo>
                  <a:lnTo>
                    <a:pt x="147" y="2185"/>
                  </a:lnTo>
                  <a:lnTo>
                    <a:pt x="145" y="2161"/>
                  </a:lnTo>
                  <a:lnTo>
                    <a:pt x="147" y="2129"/>
                  </a:lnTo>
                  <a:lnTo>
                    <a:pt x="148" y="2098"/>
                  </a:lnTo>
                  <a:lnTo>
                    <a:pt x="151" y="2070"/>
                  </a:lnTo>
                  <a:lnTo>
                    <a:pt x="153" y="2042"/>
                  </a:lnTo>
                  <a:lnTo>
                    <a:pt x="157" y="2017"/>
                  </a:lnTo>
                  <a:lnTo>
                    <a:pt x="161" y="1992"/>
                  </a:lnTo>
                  <a:lnTo>
                    <a:pt x="167" y="1970"/>
                  </a:lnTo>
                  <a:lnTo>
                    <a:pt x="170" y="1958"/>
                  </a:lnTo>
                  <a:lnTo>
                    <a:pt x="172" y="1948"/>
                  </a:lnTo>
                  <a:lnTo>
                    <a:pt x="185" y="1908"/>
                  </a:lnTo>
                  <a:lnTo>
                    <a:pt x="199" y="1864"/>
                  </a:lnTo>
                  <a:lnTo>
                    <a:pt x="215" y="1820"/>
                  </a:lnTo>
                  <a:lnTo>
                    <a:pt x="231" y="1780"/>
                  </a:lnTo>
                  <a:lnTo>
                    <a:pt x="337" y="1848"/>
                  </a:lnTo>
                  <a:lnTo>
                    <a:pt x="378" y="1876"/>
                  </a:lnTo>
                  <a:lnTo>
                    <a:pt x="417" y="1911"/>
                  </a:lnTo>
                  <a:lnTo>
                    <a:pt x="428" y="1920"/>
                  </a:lnTo>
                  <a:lnTo>
                    <a:pt x="438" y="1930"/>
                  </a:lnTo>
                  <a:lnTo>
                    <a:pt x="447" y="1939"/>
                  </a:lnTo>
                  <a:lnTo>
                    <a:pt x="456" y="1951"/>
                  </a:lnTo>
                  <a:lnTo>
                    <a:pt x="471" y="1979"/>
                  </a:lnTo>
                  <a:lnTo>
                    <a:pt x="479" y="1995"/>
                  </a:lnTo>
                  <a:lnTo>
                    <a:pt x="487" y="2011"/>
                  </a:lnTo>
                  <a:lnTo>
                    <a:pt x="493" y="2029"/>
                  </a:lnTo>
                  <a:lnTo>
                    <a:pt x="500" y="2048"/>
                  </a:lnTo>
                  <a:lnTo>
                    <a:pt x="503" y="2070"/>
                  </a:lnTo>
                  <a:lnTo>
                    <a:pt x="509" y="2092"/>
                  </a:lnTo>
                  <a:lnTo>
                    <a:pt x="511" y="2117"/>
                  </a:lnTo>
                  <a:lnTo>
                    <a:pt x="514" y="2142"/>
                  </a:lnTo>
                  <a:lnTo>
                    <a:pt x="515" y="2170"/>
                  </a:lnTo>
                  <a:lnTo>
                    <a:pt x="516" y="220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0375" name="Freeform 7"/>
            <p:cNvSpPr>
              <a:spLocks noEditPoints="1"/>
            </p:cNvSpPr>
            <p:nvPr/>
          </p:nvSpPr>
          <p:spPr bwMode="auto">
            <a:xfrm>
              <a:off x="1595" y="2377"/>
              <a:ext cx="585" cy="702"/>
            </a:xfrm>
            <a:custGeom>
              <a:avLst/>
              <a:gdLst/>
              <a:ahLst/>
              <a:cxnLst>
                <a:cxn ang="0">
                  <a:pos x="674" y="815"/>
                </a:cxn>
                <a:cxn ang="0">
                  <a:pos x="660" y="574"/>
                </a:cxn>
                <a:cxn ang="0">
                  <a:pos x="642" y="428"/>
                </a:cxn>
                <a:cxn ang="0">
                  <a:pos x="612" y="300"/>
                </a:cxn>
                <a:cxn ang="0">
                  <a:pos x="571" y="184"/>
                </a:cxn>
                <a:cxn ang="0">
                  <a:pos x="519" y="94"/>
                </a:cxn>
                <a:cxn ang="0">
                  <a:pos x="464" y="38"/>
                </a:cxn>
                <a:cxn ang="0">
                  <a:pos x="406" y="6"/>
                </a:cxn>
                <a:cxn ang="0">
                  <a:pos x="358" y="0"/>
                </a:cxn>
                <a:cxn ang="0">
                  <a:pos x="311" y="6"/>
                </a:cxn>
                <a:cxn ang="0">
                  <a:pos x="258" y="28"/>
                </a:cxn>
                <a:cxn ang="0">
                  <a:pos x="199" y="78"/>
                </a:cxn>
                <a:cxn ang="0">
                  <a:pos x="139" y="169"/>
                </a:cxn>
                <a:cxn ang="0">
                  <a:pos x="104" y="247"/>
                </a:cxn>
                <a:cxn ang="0">
                  <a:pos x="75" y="334"/>
                </a:cxn>
                <a:cxn ang="0">
                  <a:pos x="40" y="490"/>
                </a:cxn>
                <a:cxn ang="0">
                  <a:pos x="16" y="665"/>
                </a:cxn>
                <a:cxn ang="0">
                  <a:pos x="3" y="852"/>
                </a:cxn>
                <a:cxn ang="0">
                  <a:pos x="2" y="1099"/>
                </a:cxn>
                <a:cxn ang="0">
                  <a:pos x="16" y="1302"/>
                </a:cxn>
                <a:cxn ang="0">
                  <a:pos x="38" y="1458"/>
                </a:cxn>
                <a:cxn ang="0">
                  <a:pos x="68" y="1592"/>
                </a:cxn>
                <a:cxn ang="0">
                  <a:pos x="116" y="1723"/>
                </a:cxn>
                <a:cxn ang="0">
                  <a:pos x="159" y="1801"/>
                </a:cxn>
                <a:cxn ang="0">
                  <a:pos x="226" y="1879"/>
                </a:cxn>
                <a:cxn ang="0">
                  <a:pos x="304" y="1929"/>
                </a:cxn>
                <a:cxn ang="0">
                  <a:pos x="393" y="1945"/>
                </a:cxn>
                <a:cxn ang="0">
                  <a:pos x="485" y="1926"/>
                </a:cxn>
                <a:cxn ang="0">
                  <a:pos x="542" y="1892"/>
                </a:cxn>
                <a:cxn ang="0">
                  <a:pos x="626" y="1811"/>
                </a:cxn>
                <a:cxn ang="0">
                  <a:pos x="647" y="1467"/>
                </a:cxn>
                <a:cxn ang="0">
                  <a:pos x="596" y="1520"/>
                </a:cxn>
                <a:cxn ang="0">
                  <a:pos x="540" y="1595"/>
                </a:cxn>
                <a:cxn ang="0">
                  <a:pos x="480" y="1639"/>
                </a:cxn>
                <a:cxn ang="0">
                  <a:pos x="433" y="1658"/>
                </a:cxn>
                <a:cxn ang="0">
                  <a:pos x="370" y="1655"/>
                </a:cxn>
                <a:cxn ang="0">
                  <a:pos x="317" y="1633"/>
                </a:cxn>
                <a:cxn ang="0">
                  <a:pos x="272" y="1589"/>
                </a:cxn>
                <a:cxn ang="0">
                  <a:pos x="235" y="1520"/>
                </a:cxn>
                <a:cxn ang="0">
                  <a:pos x="204" y="1436"/>
                </a:cxn>
                <a:cxn ang="0">
                  <a:pos x="183" y="1333"/>
                </a:cxn>
                <a:cxn ang="0">
                  <a:pos x="167" y="1221"/>
                </a:cxn>
                <a:cxn ang="0">
                  <a:pos x="159" y="1090"/>
                </a:cxn>
                <a:cxn ang="0">
                  <a:pos x="245" y="1018"/>
                </a:cxn>
                <a:cxn ang="0">
                  <a:pos x="666" y="1021"/>
                </a:cxn>
                <a:cxn ang="0">
                  <a:pos x="324" y="749"/>
                </a:cxn>
                <a:cxn ang="0">
                  <a:pos x="167" y="631"/>
                </a:cxn>
                <a:cxn ang="0">
                  <a:pos x="193" y="481"/>
                </a:cxn>
                <a:cxn ang="0">
                  <a:pos x="221" y="390"/>
                </a:cxn>
                <a:cxn ang="0">
                  <a:pos x="257" y="319"/>
                </a:cxn>
                <a:cxn ang="0">
                  <a:pos x="292" y="281"/>
                </a:cxn>
                <a:cxn ang="0">
                  <a:pos x="340" y="259"/>
                </a:cxn>
                <a:cxn ang="0">
                  <a:pos x="388" y="265"/>
                </a:cxn>
                <a:cxn ang="0">
                  <a:pos x="420" y="290"/>
                </a:cxn>
                <a:cxn ang="0">
                  <a:pos x="455" y="340"/>
                </a:cxn>
                <a:cxn ang="0">
                  <a:pos x="489" y="437"/>
                </a:cxn>
                <a:cxn ang="0">
                  <a:pos x="514" y="565"/>
                </a:cxn>
                <a:cxn ang="0">
                  <a:pos x="524" y="696"/>
                </a:cxn>
              </a:cxnLst>
              <a:rect l="0" t="0" r="r" b="b"/>
              <a:pathLst>
                <a:path w="677" h="1945">
                  <a:moveTo>
                    <a:pt x="677" y="999"/>
                  </a:moveTo>
                  <a:lnTo>
                    <a:pt x="677" y="937"/>
                  </a:lnTo>
                  <a:lnTo>
                    <a:pt x="677" y="874"/>
                  </a:lnTo>
                  <a:lnTo>
                    <a:pt x="674" y="815"/>
                  </a:lnTo>
                  <a:lnTo>
                    <a:pt x="673" y="752"/>
                  </a:lnTo>
                  <a:lnTo>
                    <a:pt x="669" y="693"/>
                  </a:lnTo>
                  <a:lnTo>
                    <a:pt x="665" y="634"/>
                  </a:lnTo>
                  <a:lnTo>
                    <a:pt x="660" y="574"/>
                  </a:lnTo>
                  <a:lnTo>
                    <a:pt x="653" y="515"/>
                  </a:lnTo>
                  <a:lnTo>
                    <a:pt x="651" y="484"/>
                  </a:lnTo>
                  <a:lnTo>
                    <a:pt x="647" y="456"/>
                  </a:lnTo>
                  <a:lnTo>
                    <a:pt x="642" y="428"/>
                  </a:lnTo>
                  <a:lnTo>
                    <a:pt x="637" y="400"/>
                  </a:lnTo>
                  <a:lnTo>
                    <a:pt x="632" y="375"/>
                  </a:lnTo>
                  <a:lnTo>
                    <a:pt x="625" y="350"/>
                  </a:lnTo>
                  <a:lnTo>
                    <a:pt x="612" y="300"/>
                  </a:lnTo>
                  <a:lnTo>
                    <a:pt x="597" y="250"/>
                  </a:lnTo>
                  <a:lnTo>
                    <a:pt x="589" y="228"/>
                  </a:lnTo>
                  <a:lnTo>
                    <a:pt x="580" y="206"/>
                  </a:lnTo>
                  <a:lnTo>
                    <a:pt x="571" y="184"/>
                  </a:lnTo>
                  <a:lnTo>
                    <a:pt x="561" y="166"/>
                  </a:lnTo>
                  <a:lnTo>
                    <a:pt x="540" y="125"/>
                  </a:lnTo>
                  <a:lnTo>
                    <a:pt x="529" y="109"/>
                  </a:lnTo>
                  <a:lnTo>
                    <a:pt x="519" y="94"/>
                  </a:lnTo>
                  <a:lnTo>
                    <a:pt x="508" y="81"/>
                  </a:lnTo>
                  <a:lnTo>
                    <a:pt x="497" y="69"/>
                  </a:lnTo>
                  <a:lnTo>
                    <a:pt x="475" y="47"/>
                  </a:lnTo>
                  <a:lnTo>
                    <a:pt x="464" y="38"/>
                  </a:lnTo>
                  <a:lnTo>
                    <a:pt x="452" y="31"/>
                  </a:lnTo>
                  <a:lnTo>
                    <a:pt x="440" y="22"/>
                  </a:lnTo>
                  <a:lnTo>
                    <a:pt x="429" y="16"/>
                  </a:lnTo>
                  <a:lnTo>
                    <a:pt x="406" y="6"/>
                  </a:lnTo>
                  <a:lnTo>
                    <a:pt x="393" y="3"/>
                  </a:lnTo>
                  <a:lnTo>
                    <a:pt x="381" y="3"/>
                  </a:lnTo>
                  <a:lnTo>
                    <a:pt x="370" y="0"/>
                  </a:lnTo>
                  <a:lnTo>
                    <a:pt x="358" y="0"/>
                  </a:lnTo>
                  <a:lnTo>
                    <a:pt x="353" y="0"/>
                  </a:lnTo>
                  <a:lnTo>
                    <a:pt x="339" y="0"/>
                  </a:lnTo>
                  <a:lnTo>
                    <a:pt x="325" y="3"/>
                  </a:lnTo>
                  <a:lnTo>
                    <a:pt x="311" y="6"/>
                  </a:lnTo>
                  <a:lnTo>
                    <a:pt x="297" y="9"/>
                  </a:lnTo>
                  <a:lnTo>
                    <a:pt x="284" y="16"/>
                  </a:lnTo>
                  <a:lnTo>
                    <a:pt x="271" y="22"/>
                  </a:lnTo>
                  <a:lnTo>
                    <a:pt x="258" y="28"/>
                  </a:lnTo>
                  <a:lnTo>
                    <a:pt x="245" y="34"/>
                  </a:lnTo>
                  <a:lnTo>
                    <a:pt x="234" y="44"/>
                  </a:lnTo>
                  <a:lnTo>
                    <a:pt x="222" y="53"/>
                  </a:lnTo>
                  <a:lnTo>
                    <a:pt x="199" y="78"/>
                  </a:lnTo>
                  <a:lnTo>
                    <a:pt x="177" y="103"/>
                  </a:lnTo>
                  <a:lnTo>
                    <a:pt x="167" y="119"/>
                  </a:lnTo>
                  <a:lnTo>
                    <a:pt x="158" y="134"/>
                  </a:lnTo>
                  <a:lnTo>
                    <a:pt x="139" y="169"/>
                  </a:lnTo>
                  <a:lnTo>
                    <a:pt x="130" y="187"/>
                  </a:lnTo>
                  <a:lnTo>
                    <a:pt x="121" y="206"/>
                  </a:lnTo>
                  <a:lnTo>
                    <a:pt x="112" y="225"/>
                  </a:lnTo>
                  <a:lnTo>
                    <a:pt x="104" y="247"/>
                  </a:lnTo>
                  <a:lnTo>
                    <a:pt x="97" y="269"/>
                  </a:lnTo>
                  <a:lnTo>
                    <a:pt x="89" y="290"/>
                  </a:lnTo>
                  <a:lnTo>
                    <a:pt x="81" y="312"/>
                  </a:lnTo>
                  <a:lnTo>
                    <a:pt x="75" y="334"/>
                  </a:lnTo>
                  <a:lnTo>
                    <a:pt x="62" y="384"/>
                  </a:lnTo>
                  <a:lnTo>
                    <a:pt x="55" y="409"/>
                  </a:lnTo>
                  <a:lnTo>
                    <a:pt x="50" y="434"/>
                  </a:lnTo>
                  <a:lnTo>
                    <a:pt x="40" y="490"/>
                  </a:lnTo>
                  <a:lnTo>
                    <a:pt x="30" y="546"/>
                  </a:lnTo>
                  <a:lnTo>
                    <a:pt x="22" y="606"/>
                  </a:lnTo>
                  <a:lnTo>
                    <a:pt x="18" y="634"/>
                  </a:lnTo>
                  <a:lnTo>
                    <a:pt x="16" y="665"/>
                  </a:lnTo>
                  <a:lnTo>
                    <a:pt x="9" y="724"/>
                  </a:lnTo>
                  <a:lnTo>
                    <a:pt x="8" y="756"/>
                  </a:lnTo>
                  <a:lnTo>
                    <a:pt x="5" y="790"/>
                  </a:lnTo>
                  <a:lnTo>
                    <a:pt x="3" y="852"/>
                  </a:lnTo>
                  <a:lnTo>
                    <a:pt x="0" y="921"/>
                  </a:lnTo>
                  <a:lnTo>
                    <a:pt x="0" y="990"/>
                  </a:lnTo>
                  <a:lnTo>
                    <a:pt x="0" y="1046"/>
                  </a:lnTo>
                  <a:lnTo>
                    <a:pt x="2" y="1099"/>
                  </a:lnTo>
                  <a:lnTo>
                    <a:pt x="4" y="1152"/>
                  </a:lnTo>
                  <a:lnTo>
                    <a:pt x="7" y="1202"/>
                  </a:lnTo>
                  <a:lnTo>
                    <a:pt x="11" y="1252"/>
                  </a:lnTo>
                  <a:lnTo>
                    <a:pt x="16" y="1302"/>
                  </a:lnTo>
                  <a:lnTo>
                    <a:pt x="21" y="1349"/>
                  </a:lnTo>
                  <a:lnTo>
                    <a:pt x="26" y="1392"/>
                  </a:lnTo>
                  <a:lnTo>
                    <a:pt x="34" y="1436"/>
                  </a:lnTo>
                  <a:lnTo>
                    <a:pt x="38" y="1458"/>
                  </a:lnTo>
                  <a:lnTo>
                    <a:pt x="41" y="1477"/>
                  </a:lnTo>
                  <a:lnTo>
                    <a:pt x="49" y="1517"/>
                  </a:lnTo>
                  <a:lnTo>
                    <a:pt x="58" y="1555"/>
                  </a:lnTo>
                  <a:lnTo>
                    <a:pt x="68" y="1592"/>
                  </a:lnTo>
                  <a:lnTo>
                    <a:pt x="79" y="1626"/>
                  </a:lnTo>
                  <a:lnTo>
                    <a:pt x="90" y="1661"/>
                  </a:lnTo>
                  <a:lnTo>
                    <a:pt x="103" y="1692"/>
                  </a:lnTo>
                  <a:lnTo>
                    <a:pt x="116" y="1723"/>
                  </a:lnTo>
                  <a:lnTo>
                    <a:pt x="123" y="1739"/>
                  </a:lnTo>
                  <a:lnTo>
                    <a:pt x="130" y="1751"/>
                  </a:lnTo>
                  <a:lnTo>
                    <a:pt x="144" y="1776"/>
                  </a:lnTo>
                  <a:lnTo>
                    <a:pt x="159" y="1801"/>
                  </a:lnTo>
                  <a:lnTo>
                    <a:pt x="175" y="1823"/>
                  </a:lnTo>
                  <a:lnTo>
                    <a:pt x="191" y="1845"/>
                  </a:lnTo>
                  <a:lnTo>
                    <a:pt x="208" y="1864"/>
                  </a:lnTo>
                  <a:lnTo>
                    <a:pt x="226" y="1879"/>
                  </a:lnTo>
                  <a:lnTo>
                    <a:pt x="245" y="1895"/>
                  </a:lnTo>
                  <a:lnTo>
                    <a:pt x="265" y="1907"/>
                  </a:lnTo>
                  <a:lnTo>
                    <a:pt x="284" y="1920"/>
                  </a:lnTo>
                  <a:lnTo>
                    <a:pt x="304" y="1929"/>
                  </a:lnTo>
                  <a:lnTo>
                    <a:pt x="326" y="1936"/>
                  </a:lnTo>
                  <a:lnTo>
                    <a:pt x="348" y="1942"/>
                  </a:lnTo>
                  <a:lnTo>
                    <a:pt x="370" y="1945"/>
                  </a:lnTo>
                  <a:lnTo>
                    <a:pt x="393" y="1945"/>
                  </a:lnTo>
                  <a:lnTo>
                    <a:pt x="425" y="1942"/>
                  </a:lnTo>
                  <a:lnTo>
                    <a:pt x="456" y="1936"/>
                  </a:lnTo>
                  <a:lnTo>
                    <a:pt x="471" y="1932"/>
                  </a:lnTo>
                  <a:lnTo>
                    <a:pt x="485" y="1926"/>
                  </a:lnTo>
                  <a:lnTo>
                    <a:pt x="499" y="1920"/>
                  </a:lnTo>
                  <a:lnTo>
                    <a:pt x="514" y="1911"/>
                  </a:lnTo>
                  <a:lnTo>
                    <a:pt x="528" y="1901"/>
                  </a:lnTo>
                  <a:lnTo>
                    <a:pt x="542" y="1892"/>
                  </a:lnTo>
                  <a:lnTo>
                    <a:pt x="570" y="1867"/>
                  </a:lnTo>
                  <a:lnTo>
                    <a:pt x="584" y="1854"/>
                  </a:lnTo>
                  <a:lnTo>
                    <a:pt x="598" y="1842"/>
                  </a:lnTo>
                  <a:lnTo>
                    <a:pt x="626" y="1811"/>
                  </a:lnTo>
                  <a:lnTo>
                    <a:pt x="634" y="1786"/>
                  </a:lnTo>
                  <a:lnTo>
                    <a:pt x="639" y="1626"/>
                  </a:lnTo>
                  <a:lnTo>
                    <a:pt x="643" y="1545"/>
                  </a:lnTo>
                  <a:lnTo>
                    <a:pt x="647" y="1467"/>
                  </a:lnTo>
                  <a:lnTo>
                    <a:pt x="635" y="1449"/>
                  </a:lnTo>
                  <a:lnTo>
                    <a:pt x="623" y="1474"/>
                  </a:lnTo>
                  <a:lnTo>
                    <a:pt x="609" y="1499"/>
                  </a:lnTo>
                  <a:lnTo>
                    <a:pt x="596" y="1520"/>
                  </a:lnTo>
                  <a:lnTo>
                    <a:pt x="582" y="1542"/>
                  </a:lnTo>
                  <a:lnTo>
                    <a:pt x="569" y="1561"/>
                  </a:lnTo>
                  <a:lnTo>
                    <a:pt x="555" y="1580"/>
                  </a:lnTo>
                  <a:lnTo>
                    <a:pt x="540" y="1595"/>
                  </a:lnTo>
                  <a:lnTo>
                    <a:pt x="525" y="1608"/>
                  </a:lnTo>
                  <a:lnTo>
                    <a:pt x="511" y="1620"/>
                  </a:lnTo>
                  <a:lnTo>
                    <a:pt x="496" y="1630"/>
                  </a:lnTo>
                  <a:lnTo>
                    <a:pt x="480" y="1639"/>
                  </a:lnTo>
                  <a:lnTo>
                    <a:pt x="472" y="1642"/>
                  </a:lnTo>
                  <a:lnTo>
                    <a:pt x="465" y="1648"/>
                  </a:lnTo>
                  <a:lnTo>
                    <a:pt x="448" y="1651"/>
                  </a:lnTo>
                  <a:lnTo>
                    <a:pt x="433" y="1658"/>
                  </a:lnTo>
                  <a:lnTo>
                    <a:pt x="416" y="1658"/>
                  </a:lnTo>
                  <a:lnTo>
                    <a:pt x="399" y="1661"/>
                  </a:lnTo>
                  <a:lnTo>
                    <a:pt x="384" y="1658"/>
                  </a:lnTo>
                  <a:lnTo>
                    <a:pt x="370" y="1655"/>
                  </a:lnTo>
                  <a:lnTo>
                    <a:pt x="356" y="1651"/>
                  </a:lnTo>
                  <a:lnTo>
                    <a:pt x="343" y="1648"/>
                  </a:lnTo>
                  <a:lnTo>
                    <a:pt x="330" y="1639"/>
                  </a:lnTo>
                  <a:lnTo>
                    <a:pt x="317" y="1633"/>
                  </a:lnTo>
                  <a:lnTo>
                    <a:pt x="306" y="1623"/>
                  </a:lnTo>
                  <a:lnTo>
                    <a:pt x="294" y="1614"/>
                  </a:lnTo>
                  <a:lnTo>
                    <a:pt x="283" y="1602"/>
                  </a:lnTo>
                  <a:lnTo>
                    <a:pt x="272" y="1589"/>
                  </a:lnTo>
                  <a:lnTo>
                    <a:pt x="262" y="1573"/>
                  </a:lnTo>
                  <a:lnTo>
                    <a:pt x="253" y="1558"/>
                  </a:lnTo>
                  <a:lnTo>
                    <a:pt x="244" y="1539"/>
                  </a:lnTo>
                  <a:lnTo>
                    <a:pt x="235" y="1520"/>
                  </a:lnTo>
                  <a:lnTo>
                    <a:pt x="226" y="1502"/>
                  </a:lnTo>
                  <a:lnTo>
                    <a:pt x="218" y="1480"/>
                  </a:lnTo>
                  <a:lnTo>
                    <a:pt x="212" y="1458"/>
                  </a:lnTo>
                  <a:lnTo>
                    <a:pt x="204" y="1436"/>
                  </a:lnTo>
                  <a:lnTo>
                    <a:pt x="198" y="1411"/>
                  </a:lnTo>
                  <a:lnTo>
                    <a:pt x="193" y="1386"/>
                  </a:lnTo>
                  <a:lnTo>
                    <a:pt x="186" y="1361"/>
                  </a:lnTo>
                  <a:lnTo>
                    <a:pt x="183" y="1333"/>
                  </a:lnTo>
                  <a:lnTo>
                    <a:pt x="177" y="1308"/>
                  </a:lnTo>
                  <a:lnTo>
                    <a:pt x="174" y="1280"/>
                  </a:lnTo>
                  <a:lnTo>
                    <a:pt x="170" y="1249"/>
                  </a:lnTo>
                  <a:lnTo>
                    <a:pt x="167" y="1221"/>
                  </a:lnTo>
                  <a:lnTo>
                    <a:pt x="165" y="1189"/>
                  </a:lnTo>
                  <a:lnTo>
                    <a:pt x="162" y="1155"/>
                  </a:lnTo>
                  <a:lnTo>
                    <a:pt x="161" y="1124"/>
                  </a:lnTo>
                  <a:lnTo>
                    <a:pt x="159" y="1090"/>
                  </a:lnTo>
                  <a:lnTo>
                    <a:pt x="158" y="1055"/>
                  </a:lnTo>
                  <a:lnTo>
                    <a:pt x="158" y="1021"/>
                  </a:lnTo>
                  <a:lnTo>
                    <a:pt x="202" y="1018"/>
                  </a:lnTo>
                  <a:lnTo>
                    <a:pt x="245" y="1018"/>
                  </a:lnTo>
                  <a:lnTo>
                    <a:pt x="333" y="1018"/>
                  </a:lnTo>
                  <a:lnTo>
                    <a:pt x="410" y="1018"/>
                  </a:lnTo>
                  <a:lnTo>
                    <a:pt x="538" y="1018"/>
                  </a:lnTo>
                  <a:lnTo>
                    <a:pt x="666" y="1021"/>
                  </a:lnTo>
                  <a:lnTo>
                    <a:pt x="677" y="999"/>
                  </a:lnTo>
                  <a:close/>
                  <a:moveTo>
                    <a:pt x="524" y="746"/>
                  </a:moveTo>
                  <a:lnTo>
                    <a:pt x="424" y="749"/>
                  </a:lnTo>
                  <a:lnTo>
                    <a:pt x="324" y="749"/>
                  </a:lnTo>
                  <a:lnTo>
                    <a:pt x="158" y="749"/>
                  </a:lnTo>
                  <a:lnTo>
                    <a:pt x="161" y="699"/>
                  </a:lnTo>
                  <a:lnTo>
                    <a:pt x="165" y="653"/>
                  </a:lnTo>
                  <a:lnTo>
                    <a:pt x="167" y="631"/>
                  </a:lnTo>
                  <a:lnTo>
                    <a:pt x="170" y="609"/>
                  </a:lnTo>
                  <a:lnTo>
                    <a:pt x="176" y="565"/>
                  </a:lnTo>
                  <a:lnTo>
                    <a:pt x="184" y="521"/>
                  </a:lnTo>
                  <a:lnTo>
                    <a:pt x="193" y="481"/>
                  </a:lnTo>
                  <a:lnTo>
                    <a:pt x="198" y="462"/>
                  </a:lnTo>
                  <a:lnTo>
                    <a:pt x="203" y="443"/>
                  </a:lnTo>
                  <a:lnTo>
                    <a:pt x="215" y="406"/>
                  </a:lnTo>
                  <a:lnTo>
                    <a:pt x="221" y="390"/>
                  </a:lnTo>
                  <a:lnTo>
                    <a:pt x="227" y="372"/>
                  </a:lnTo>
                  <a:lnTo>
                    <a:pt x="243" y="343"/>
                  </a:lnTo>
                  <a:lnTo>
                    <a:pt x="249" y="331"/>
                  </a:lnTo>
                  <a:lnTo>
                    <a:pt x="257" y="319"/>
                  </a:lnTo>
                  <a:lnTo>
                    <a:pt x="266" y="306"/>
                  </a:lnTo>
                  <a:lnTo>
                    <a:pt x="274" y="297"/>
                  </a:lnTo>
                  <a:lnTo>
                    <a:pt x="283" y="287"/>
                  </a:lnTo>
                  <a:lnTo>
                    <a:pt x="292" y="281"/>
                  </a:lnTo>
                  <a:lnTo>
                    <a:pt x="310" y="269"/>
                  </a:lnTo>
                  <a:lnTo>
                    <a:pt x="320" y="265"/>
                  </a:lnTo>
                  <a:lnTo>
                    <a:pt x="330" y="259"/>
                  </a:lnTo>
                  <a:lnTo>
                    <a:pt x="340" y="259"/>
                  </a:lnTo>
                  <a:lnTo>
                    <a:pt x="351" y="256"/>
                  </a:lnTo>
                  <a:lnTo>
                    <a:pt x="366" y="259"/>
                  </a:lnTo>
                  <a:lnTo>
                    <a:pt x="380" y="262"/>
                  </a:lnTo>
                  <a:lnTo>
                    <a:pt x="388" y="265"/>
                  </a:lnTo>
                  <a:lnTo>
                    <a:pt x="394" y="269"/>
                  </a:lnTo>
                  <a:lnTo>
                    <a:pt x="401" y="275"/>
                  </a:lnTo>
                  <a:lnTo>
                    <a:pt x="407" y="278"/>
                  </a:lnTo>
                  <a:lnTo>
                    <a:pt x="420" y="290"/>
                  </a:lnTo>
                  <a:lnTo>
                    <a:pt x="431" y="306"/>
                  </a:lnTo>
                  <a:lnTo>
                    <a:pt x="443" y="322"/>
                  </a:lnTo>
                  <a:lnTo>
                    <a:pt x="449" y="331"/>
                  </a:lnTo>
                  <a:lnTo>
                    <a:pt x="455" y="340"/>
                  </a:lnTo>
                  <a:lnTo>
                    <a:pt x="464" y="362"/>
                  </a:lnTo>
                  <a:lnTo>
                    <a:pt x="474" y="384"/>
                  </a:lnTo>
                  <a:lnTo>
                    <a:pt x="481" y="412"/>
                  </a:lnTo>
                  <a:lnTo>
                    <a:pt x="489" y="437"/>
                  </a:lnTo>
                  <a:lnTo>
                    <a:pt x="497" y="465"/>
                  </a:lnTo>
                  <a:lnTo>
                    <a:pt x="503" y="496"/>
                  </a:lnTo>
                  <a:lnTo>
                    <a:pt x="508" y="531"/>
                  </a:lnTo>
                  <a:lnTo>
                    <a:pt x="514" y="565"/>
                  </a:lnTo>
                  <a:lnTo>
                    <a:pt x="517" y="593"/>
                  </a:lnTo>
                  <a:lnTo>
                    <a:pt x="520" y="631"/>
                  </a:lnTo>
                  <a:lnTo>
                    <a:pt x="523" y="665"/>
                  </a:lnTo>
                  <a:lnTo>
                    <a:pt x="524" y="696"/>
                  </a:lnTo>
                  <a:lnTo>
                    <a:pt x="524" y="74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0376" name="Freeform 8"/>
            <p:cNvSpPr>
              <a:spLocks/>
            </p:cNvSpPr>
            <p:nvPr/>
          </p:nvSpPr>
          <p:spPr bwMode="auto">
            <a:xfrm>
              <a:off x="2322" y="2393"/>
              <a:ext cx="576" cy="685"/>
            </a:xfrm>
            <a:custGeom>
              <a:avLst/>
              <a:gdLst/>
              <a:ahLst/>
              <a:cxnLst>
                <a:cxn ang="0">
                  <a:pos x="667" y="1780"/>
                </a:cxn>
                <a:cxn ang="0">
                  <a:pos x="664" y="1602"/>
                </a:cxn>
                <a:cxn ang="0">
                  <a:pos x="661" y="1333"/>
                </a:cxn>
                <a:cxn ang="0">
                  <a:pos x="661" y="737"/>
                </a:cxn>
                <a:cxn ang="0">
                  <a:pos x="658" y="544"/>
                </a:cxn>
                <a:cxn ang="0">
                  <a:pos x="653" y="447"/>
                </a:cxn>
                <a:cxn ang="0">
                  <a:pos x="646" y="356"/>
                </a:cxn>
                <a:cxn ang="0">
                  <a:pos x="633" y="272"/>
                </a:cxn>
                <a:cxn ang="0">
                  <a:pos x="620" y="216"/>
                </a:cxn>
                <a:cxn ang="0">
                  <a:pos x="610" y="185"/>
                </a:cxn>
                <a:cxn ang="0">
                  <a:pos x="592" y="141"/>
                </a:cxn>
                <a:cxn ang="0">
                  <a:pos x="572" y="100"/>
                </a:cxn>
                <a:cxn ang="0">
                  <a:pos x="551" y="69"/>
                </a:cxn>
                <a:cxn ang="0">
                  <a:pos x="528" y="44"/>
                </a:cxn>
                <a:cxn ang="0">
                  <a:pos x="503" y="25"/>
                </a:cxn>
                <a:cxn ang="0">
                  <a:pos x="470" y="7"/>
                </a:cxn>
                <a:cxn ang="0">
                  <a:pos x="434" y="0"/>
                </a:cxn>
                <a:cxn ang="0">
                  <a:pos x="397" y="7"/>
                </a:cxn>
                <a:cxn ang="0">
                  <a:pos x="361" y="16"/>
                </a:cxn>
                <a:cxn ang="0">
                  <a:pos x="327" y="35"/>
                </a:cxn>
                <a:cxn ang="0">
                  <a:pos x="295" y="63"/>
                </a:cxn>
                <a:cxn ang="0">
                  <a:pos x="265" y="94"/>
                </a:cxn>
                <a:cxn ang="0">
                  <a:pos x="235" y="132"/>
                </a:cxn>
                <a:cxn ang="0">
                  <a:pos x="204" y="175"/>
                </a:cxn>
                <a:cxn ang="0">
                  <a:pos x="175" y="41"/>
                </a:cxn>
                <a:cxn ang="0">
                  <a:pos x="87" y="50"/>
                </a:cxn>
                <a:cxn ang="0">
                  <a:pos x="9" y="85"/>
                </a:cxn>
                <a:cxn ang="0">
                  <a:pos x="8" y="388"/>
                </a:cxn>
                <a:cxn ang="0">
                  <a:pos x="14" y="665"/>
                </a:cxn>
                <a:cxn ang="0">
                  <a:pos x="17" y="943"/>
                </a:cxn>
                <a:cxn ang="0">
                  <a:pos x="18" y="1386"/>
                </a:cxn>
                <a:cxn ang="0">
                  <a:pos x="14" y="1880"/>
                </a:cxn>
                <a:cxn ang="0">
                  <a:pos x="98" y="1895"/>
                </a:cxn>
                <a:cxn ang="0">
                  <a:pos x="184" y="1867"/>
                </a:cxn>
                <a:cxn ang="0">
                  <a:pos x="179" y="1627"/>
                </a:cxn>
                <a:cxn ang="0">
                  <a:pos x="175" y="1383"/>
                </a:cxn>
                <a:cxn ang="0">
                  <a:pos x="172" y="1140"/>
                </a:cxn>
                <a:cxn ang="0">
                  <a:pos x="172" y="506"/>
                </a:cxn>
                <a:cxn ang="0">
                  <a:pos x="218" y="428"/>
                </a:cxn>
                <a:cxn ang="0">
                  <a:pos x="263" y="366"/>
                </a:cxn>
                <a:cxn ang="0">
                  <a:pos x="288" y="341"/>
                </a:cxn>
                <a:cxn ang="0">
                  <a:pos x="313" y="322"/>
                </a:cxn>
                <a:cxn ang="0">
                  <a:pos x="334" y="313"/>
                </a:cxn>
                <a:cxn ang="0">
                  <a:pos x="354" y="306"/>
                </a:cxn>
                <a:cxn ang="0">
                  <a:pos x="388" y="310"/>
                </a:cxn>
                <a:cxn ang="0">
                  <a:pos x="404" y="316"/>
                </a:cxn>
                <a:cxn ang="0">
                  <a:pos x="420" y="325"/>
                </a:cxn>
                <a:cxn ang="0">
                  <a:pos x="434" y="341"/>
                </a:cxn>
                <a:cxn ang="0">
                  <a:pos x="452" y="369"/>
                </a:cxn>
                <a:cxn ang="0">
                  <a:pos x="462" y="391"/>
                </a:cxn>
                <a:cxn ang="0">
                  <a:pos x="475" y="434"/>
                </a:cxn>
                <a:cxn ang="0">
                  <a:pos x="487" y="497"/>
                </a:cxn>
                <a:cxn ang="0">
                  <a:pos x="497" y="569"/>
                </a:cxn>
                <a:cxn ang="0">
                  <a:pos x="503" y="644"/>
                </a:cxn>
                <a:cxn ang="0">
                  <a:pos x="506" y="722"/>
                </a:cxn>
                <a:cxn ang="0">
                  <a:pos x="507" y="881"/>
                </a:cxn>
                <a:cxn ang="0">
                  <a:pos x="507" y="1021"/>
                </a:cxn>
                <a:cxn ang="0">
                  <a:pos x="506" y="1880"/>
                </a:cxn>
                <a:cxn ang="0">
                  <a:pos x="588" y="1895"/>
                </a:cxn>
                <a:cxn ang="0">
                  <a:pos x="670" y="1867"/>
                </a:cxn>
              </a:cxnLst>
              <a:rect l="0" t="0" r="r" b="b"/>
              <a:pathLst>
                <a:path w="670" h="1905">
                  <a:moveTo>
                    <a:pt x="670" y="1867"/>
                  </a:moveTo>
                  <a:lnTo>
                    <a:pt x="667" y="1780"/>
                  </a:lnTo>
                  <a:lnTo>
                    <a:pt x="665" y="1689"/>
                  </a:lnTo>
                  <a:lnTo>
                    <a:pt x="664" y="1602"/>
                  </a:lnTo>
                  <a:lnTo>
                    <a:pt x="662" y="1511"/>
                  </a:lnTo>
                  <a:lnTo>
                    <a:pt x="661" y="1333"/>
                  </a:lnTo>
                  <a:lnTo>
                    <a:pt x="661" y="1155"/>
                  </a:lnTo>
                  <a:lnTo>
                    <a:pt x="661" y="737"/>
                  </a:lnTo>
                  <a:lnTo>
                    <a:pt x="660" y="644"/>
                  </a:lnTo>
                  <a:lnTo>
                    <a:pt x="658" y="544"/>
                  </a:lnTo>
                  <a:lnTo>
                    <a:pt x="656" y="494"/>
                  </a:lnTo>
                  <a:lnTo>
                    <a:pt x="653" y="447"/>
                  </a:lnTo>
                  <a:lnTo>
                    <a:pt x="651" y="400"/>
                  </a:lnTo>
                  <a:lnTo>
                    <a:pt x="646" y="356"/>
                  </a:lnTo>
                  <a:lnTo>
                    <a:pt x="639" y="313"/>
                  </a:lnTo>
                  <a:lnTo>
                    <a:pt x="633" y="272"/>
                  </a:lnTo>
                  <a:lnTo>
                    <a:pt x="624" y="235"/>
                  </a:lnTo>
                  <a:lnTo>
                    <a:pt x="620" y="216"/>
                  </a:lnTo>
                  <a:lnTo>
                    <a:pt x="615" y="200"/>
                  </a:lnTo>
                  <a:lnTo>
                    <a:pt x="610" y="185"/>
                  </a:lnTo>
                  <a:lnTo>
                    <a:pt x="605" y="169"/>
                  </a:lnTo>
                  <a:lnTo>
                    <a:pt x="592" y="141"/>
                  </a:lnTo>
                  <a:lnTo>
                    <a:pt x="579" y="113"/>
                  </a:lnTo>
                  <a:lnTo>
                    <a:pt x="572" y="100"/>
                  </a:lnTo>
                  <a:lnTo>
                    <a:pt x="566" y="91"/>
                  </a:lnTo>
                  <a:lnTo>
                    <a:pt x="551" y="69"/>
                  </a:lnTo>
                  <a:lnTo>
                    <a:pt x="535" y="50"/>
                  </a:lnTo>
                  <a:lnTo>
                    <a:pt x="528" y="44"/>
                  </a:lnTo>
                  <a:lnTo>
                    <a:pt x="520" y="38"/>
                  </a:lnTo>
                  <a:lnTo>
                    <a:pt x="503" y="25"/>
                  </a:lnTo>
                  <a:lnTo>
                    <a:pt x="487" y="13"/>
                  </a:lnTo>
                  <a:lnTo>
                    <a:pt x="470" y="7"/>
                  </a:lnTo>
                  <a:lnTo>
                    <a:pt x="452" y="4"/>
                  </a:lnTo>
                  <a:lnTo>
                    <a:pt x="434" y="0"/>
                  </a:lnTo>
                  <a:lnTo>
                    <a:pt x="415" y="4"/>
                  </a:lnTo>
                  <a:lnTo>
                    <a:pt x="397" y="7"/>
                  </a:lnTo>
                  <a:lnTo>
                    <a:pt x="379" y="10"/>
                  </a:lnTo>
                  <a:lnTo>
                    <a:pt x="361" y="16"/>
                  </a:lnTo>
                  <a:lnTo>
                    <a:pt x="344" y="25"/>
                  </a:lnTo>
                  <a:lnTo>
                    <a:pt x="327" y="35"/>
                  </a:lnTo>
                  <a:lnTo>
                    <a:pt x="312" y="47"/>
                  </a:lnTo>
                  <a:lnTo>
                    <a:pt x="295" y="63"/>
                  </a:lnTo>
                  <a:lnTo>
                    <a:pt x="280" y="79"/>
                  </a:lnTo>
                  <a:lnTo>
                    <a:pt x="265" y="94"/>
                  </a:lnTo>
                  <a:lnTo>
                    <a:pt x="249" y="113"/>
                  </a:lnTo>
                  <a:lnTo>
                    <a:pt x="235" y="132"/>
                  </a:lnTo>
                  <a:lnTo>
                    <a:pt x="220" y="153"/>
                  </a:lnTo>
                  <a:lnTo>
                    <a:pt x="204" y="175"/>
                  </a:lnTo>
                  <a:lnTo>
                    <a:pt x="173" y="222"/>
                  </a:lnTo>
                  <a:lnTo>
                    <a:pt x="175" y="41"/>
                  </a:lnTo>
                  <a:lnTo>
                    <a:pt x="164" y="13"/>
                  </a:lnTo>
                  <a:lnTo>
                    <a:pt x="87" y="50"/>
                  </a:lnTo>
                  <a:lnTo>
                    <a:pt x="48" y="66"/>
                  </a:lnTo>
                  <a:lnTo>
                    <a:pt x="9" y="85"/>
                  </a:lnTo>
                  <a:lnTo>
                    <a:pt x="0" y="110"/>
                  </a:lnTo>
                  <a:lnTo>
                    <a:pt x="8" y="388"/>
                  </a:lnTo>
                  <a:lnTo>
                    <a:pt x="12" y="525"/>
                  </a:lnTo>
                  <a:lnTo>
                    <a:pt x="14" y="665"/>
                  </a:lnTo>
                  <a:lnTo>
                    <a:pt x="16" y="806"/>
                  </a:lnTo>
                  <a:lnTo>
                    <a:pt x="17" y="943"/>
                  </a:lnTo>
                  <a:lnTo>
                    <a:pt x="18" y="1221"/>
                  </a:lnTo>
                  <a:lnTo>
                    <a:pt x="18" y="1386"/>
                  </a:lnTo>
                  <a:lnTo>
                    <a:pt x="17" y="1552"/>
                  </a:lnTo>
                  <a:lnTo>
                    <a:pt x="14" y="1880"/>
                  </a:lnTo>
                  <a:lnTo>
                    <a:pt x="21" y="1905"/>
                  </a:lnTo>
                  <a:lnTo>
                    <a:pt x="98" y="1895"/>
                  </a:lnTo>
                  <a:lnTo>
                    <a:pt x="175" y="1889"/>
                  </a:lnTo>
                  <a:lnTo>
                    <a:pt x="184" y="1867"/>
                  </a:lnTo>
                  <a:lnTo>
                    <a:pt x="181" y="1745"/>
                  </a:lnTo>
                  <a:lnTo>
                    <a:pt x="179" y="1627"/>
                  </a:lnTo>
                  <a:lnTo>
                    <a:pt x="176" y="1505"/>
                  </a:lnTo>
                  <a:lnTo>
                    <a:pt x="175" y="1383"/>
                  </a:lnTo>
                  <a:lnTo>
                    <a:pt x="173" y="1262"/>
                  </a:lnTo>
                  <a:lnTo>
                    <a:pt x="172" y="1140"/>
                  </a:lnTo>
                  <a:lnTo>
                    <a:pt x="172" y="896"/>
                  </a:lnTo>
                  <a:lnTo>
                    <a:pt x="172" y="506"/>
                  </a:lnTo>
                  <a:lnTo>
                    <a:pt x="195" y="466"/>
                  </a:lnTo>
                  <a:lnTo>
                    <a:pt x="218" y="428"/>
                  </a:lnTo>
                  <a:lnTo>
                    <a:pt x="240" y="394"/>
                  </a:lnTo>
                  <a:lnTo>
                    <a:pt x="263" y="366"/>
                  </a:lnTo>
                  <a:lnTo>
                    <a:pt x="276" y="350"/>
                  </a:lnTo>
                  <a:lnTo>
                    <a:pt x="288" y="341"/>
                  </a:lnTo>
                  <a:lnTo>
                    <a:pt x="300" y="328"/>
                  </a:lnTo>
                  <a:lnTo>
                    <a:pt x="313" y="322"/>
                  </a:lnTo>
                  <a:lnTo>
                    <a:pt x="326" y="316"/>
                  </a:lnTo>
                  <a:lnTo>
                    <a:pt x="334" y="313"/>
                  </a:lnTo>
                  <a:lnTo>
                    <a:pt x="340" y="310"/>
                  </a:lnTo>
                  <a:lnTo>
                    <a:pt x="354" y="306"/>
                  </a:lnTo>
                  <a:lnTo>
                    <a:pt x="368" y="306"/>
                  </a:lnTo>
                  <a:lnTo>
                    <a:pt x="388" y="310"/>
                  </a:lnTo>
                  <a:lnTo>
                    <a:pt x="395" y="313"/>
                  </a:lnTo>
                  <a:lnTo>
                    <a:pt x="404" y="316"/>
                  </a:lnTo>
                  <a:lnTo>
                    <a:pt x="412" y="319"/>
                  </a:lnTo>
                  <a:lnTo>
                    <a:pt x="420" y="325"/>
                  </a:lnTo>
                  <a:lnTo>
                    <a:pt x="426" y="331"/>
                  </a:lnTo>
                  <a:lnTo>
                    <a:pt x="434" y="341"/>
                  </a:lnTo>
                  <a:lnTo>
                    <a:pt x="445" y="359"/>
                  </a:lnTo>
                  <a:lnTo>
                    <a:pt x="452" y="369"/>
                  </a:lnTo>
                  <a:lnTo>
                    <a:pt x="457" y="378"/>
                  </a:lnTo>
                  <a:lnTo>
                    <a:pt x="462" y="391"/>
                  </a:lnTo>
                  <a:lnTo>
                    <a:pt x="466" y="406"/>
                  </a:lnTo>
                  <a:lnTo>
                    <a:pt x="475" y="434"/>
                  </a:lnTo>
                  <a:lnTo>
                    <a:pt x="481" y="466"/>
                  </a:lnTo>
                  <a:lnTo>
                    <a:pt x="487" y="497"/>
                  </a:lnTo>
                  <a:lnTo>
                    <a:pt x="493" y="531"/>
                  </a:lnTo>
                  <a:lnTo>
                    <a:pt x="497" y="569"/>
                  </a:lnTo>
                  <a:lnTo>
                    <a:pt x="501" y="603"/>
                  </a:lnTo>
                  <a:lnTo>
                    <a:pt x="503" y="644"/>
                  </a:lnTo>
                  <a:lnTo>
                    <a:pt x="504" y="681"/>
                  </a:lnTo>
                  <a:lnTo>
                    <a:pt x="506" y="722"/>
                  </a:lnTo>
                  <a:lnTo>
                    <a:pt x="507" y="803"/>
                  </a:lnTo>
                  <a:lnTo>
                    <a:pt x="507" y="881"/>
                  </a:lnTo>
                  <a:lnTo>
                    <a:pt x="507" y="953"/>
                  </a:lnTo>
                  <a:lnTo>
                    <a:pt x="507" y="1021"/>
                  </a:lnTo>
                  <a:lnTo>
                    <a:pt x="507" y="1452"/>
                  </a:lnTo>
                  <a:lnTo>
                    <a:pt x="506" y="1880"/>
                  </a:lnTo>
                  <a:lnTo>
                    <a:pt x="513" y="1905"/>
                  </a:lnTo>
                  <a:lnTo>
                    <a:pt x="588" y="1895"/>
                  </a:lnTo>
                  <a:lnTo>
                    <a:pt x="661" y="1889"/>
                  </a:lnTo>
                  <a:lnTo>
                    <a:pt x="670" y="18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0377" name="Freeform 9"/>
            <p:cNvSpPr>
              <a:spLocks noEditPoints="1"/>
            </p:cNvSpPr>
            <p:nvPr/>
          </p:nvSpPr>
          <p:spPr bwMode="auto">
            <a:xfrm>
              <a:off x="3012" y="2035"/>
              <a:ext cx="605" cy="1039"/>
            </a:xfrm>
            <a:custGeom>
              <a:avLst/>
              <a:gdLst/>
              <a:ahLst/>
              <a:cxnLst>
                <a:cxn ang="0">
                  <a:pos x="688" y="2479"/>
                </a:cxn>
                <a:cxn ang="0">
                  <a:pos x="684" y="1433"/>
                </a:cxn>
                <a:cxn ang="0">
                  <a:pos x="692" y="259"/>
                </a:cxn>
                <a:cxn ang="0">
                  <a:pos x="569" y="60"/>
                </a:cxn>
                <a:cxn ang="0">
                  <a:pos x="533" y="481"/>
                </a:cxn>
                <a:cxn ang="0">
                  <a:pos x="537" y="862"/>
                </a:cxn>
                <a:cxn ang="0">
                  <a:pos x="429" y="955"/>
                </a:cxn>
                <a:cxn ang="0">
                  <a:pos x="315" y="984"/>
                </a:cxn>
                <a:cxn ang="0">
                  <a:pos x="239" y="1040"/>
                </a:cxn>
                <a:cxn ang="0">
                  <a:pos x="180" y="1112"/>
                </a:cxn>
                <a:cxn ang="0">
                  <a:pos x="142" y="1177"/>
                </a:cxn>
                <a:cxn ang="0">
                  <a:pos x="98" y="1280"/>
                </a:cxn>
                <a:cxn ang="0">
                  <a:pos x="70" y="1371"/>
                </a:cxn>
                <a:cxn ang="0">
                  <a:pos x="40" y="1502"/>
                </a:cxn>
                <a:cxn ang="0">
                  <a:pos x="18" y="1642"/>
                </a:cxn>
                <a:cxn ang="0">
                  <a:pos x="6" y="1795"/>
                </a:cxn>
                <a:cxn ang="0">
                  <a:pos x="0" y="1958"/>
                </a:cxn>
                <a:cxn ang="0">
                  <a:pos x="9" y="2192"/>
                </a:cxn>
                <a:cxn ang="0">
                  <a:pos x="38" y="2410"/>
                </a:cxn>
                <a:cxn ang="0">
                  <a:pos x="83" y="2601"/>
                </a:cxn>
                <a:cxn ang="0">
                  <a:pos x="129" y="2716"/>
                </a:cxn>
                <a:cxn ang="0">
                  <a:pos x="185" y="2807"/>
                </a:cxn>
                <a:cxn ang="0">
                  <a:pos x="251" y="2863"/>
                </a:cxn>
                <a:cxn ang="0">
                  <a:pos x="328" y="2885"/>
                </a:cxn>
                <a:cxn ang="0">
                  <a:pos x="385" y="2872"/>
                </a:cxn>
                <a:cxn ang="0">
                  <a:pos x="437" y="2838"/>
                </a:cxn>
                <a:cxn ang="0">
                  <a:pos x="509" y="2747"/>
                </a:cxn>
                <a:cxn ang="0">
                  <a:pos x="615" y="2850"/>
                </a:cxn>
                <a:cxn ang="0">
                  <a:pos x="533" y="2048"/>
                </a:cxn>
                <a:cxn ang="0">
                  <a:pos x="494" y="2476"/>
                </a:cxn>
                <a:cxn ang="0">
                  <a:pos x="456" y="2526"/>
                </a:cxn>
                <a:cxn ang="0">
                  <a:pos x="414" y="2557"/>
                </a:cxn>
                <a:cxn ang="0">
                  <a:pos x="369" y="2566"/>
                </a:cxn>
                <a:cxn ang="0">
                  <a:pos x="307" y="2548"/>
                </a:cxn>
                <a:cxn ang="0">
                  <a:pos x="265" y="2507"/>
                </a:cxn>
                <a:cxn ang="0">
                  <a:pos x="230" y="2448"/>
                </a:cxn>
                <a:cxn ang="0">
                  <a:pos x="203" y="2370"/>
                </a:cxn>
                <a:cxn ang="0">
                  <a:pos x="184" y="2276"/>
                </a:cxn>
                <a:cxn ang="0">
                  <a:pos x="165" y="2117"/>
                </a:cxn>
                <a:cxn ang="0">
                  <a:pos x="161" y="1923"/>
                </a:cxn>
                <a:cxn ang="0">
                  <a:pos x="168" y="1764"/>
                </a:cxn>
                <a:cxn ang="0">
                  <a:pos x="185" y="1627"/>
                </a:cxn>
                <a:cxn ang="0">
                  <a:pos x="211" y="1508"/>
                </a:cxn>
                <a:cxn ang="0">
                  <a:pos x="236" y="1433"/>
                </a:cxn>
                <a:cxn ang="0">
                  <a:pos x="279" y="1349"/>
                </a:cxn>
                <a:cxn ang="0">
                  <a:pos x="330" y="1289"/>
                </a:cxn>
                <a:cxn ang="0">
                  <a:pos x="374" y="1261"/>
                </a:cxn>
                <a:cxn ang="0">
                  <a:pos x="441" y="1243"/>
                </a:cxn>
                <a:cxn ang="0">
                  <a:pos x="514" y="1249"/>
                </a:cxn>
                <a:cxn ang="0">
                  <a:pos x="533" y="1923"/>
                </a:cxn>
              </a:cxnLst>
              <a:rect l="0" t="0" r="r" b="b"/>
              <a:pathLst>
                <a:path w="697" h="2885">
                  <a:moveTo>
                    <a:pt x="697" y="2822"/>
                  </a:moveTo>
                  <a:lnTo>
                    <a:pt x="695" y="2707"/>
                  </a:lnTo>
                  <a:lnTo>
                    <a:pt x="691" y="2594"/>
                  </a:lnTo>
                  <a:lnTo>
                    <a:pt x="688" y="2479"/>
                  </a:lnTo>
                  <a:lnTo>
                    <a:pt x="687" y="2363"/>
                  </a:lnTo>
                  <a:lnTo>
                    <a:pt x="684" y="2132"/>
                  </a:lnTo>
                  <a:lnTo>
                    <a:pt x="684" y="1901"/>
                  </a:lnTo>
                  <a:lnTo>
                    <a:pt x="684" y="1433"/>
                  </a:lnTo>
                  <a:lnTo>
                    <a:pt x="686" y="965"/>
                  </a:lnTo>
                  <a:lnTo>
                    <a:pt x="687" y="728"/>
                  </a:lnTo>
                  <a:lnTo>
                    <a:pt x="688" y="493"/>
                  </a:lnTo>
                  <a:lnTo>
                    <a:pt x="692" y="259"/>
                  </a:lnTo>
                  <a:lnTo>
                    <a:pt x="696" y="25"/>
                  </a:lnTo>
                  <a:lnTo>
                    <a:pt x="686" y="0"/>
                  </a:lnTo>
                  <a:lnTo>
                    <a:pt x="609" y="41"/>
                  </a:lnTo>
                  <a:lnTo>
                    <a:pt x="569" y="60"/>
                  </a:lnTo>
                  <a:lnTo>
                    <a:pt x="530" y="75"/>
                  </a:lnTo>
                  <a:lnTo>
                    <a:pt x="523" y="100"/>
                  </a:lnTo>
                  <a:lnTo>
                    <a:pt x="528" y="291"/>
                  </a:lnTo>
                  <a:lnTo>
                    <a:pt x="533" y="481"/>
                  </a:lnTo>
                  <a:lnTo>
                    <a:pt x="534" y="575"/>
                  </a:lnTo>
                  <a:lnTo>
                    <a:pt x="535" y="671"/>
                  </a:lnTo>
                  <a:lnTo>
                    <a:pt x="535" y="765"/>
                  </a:lnTo>
                  <a:lnTo>
                    <a:pt x="537" y="862"/>
                  </a:lnTo>
                  <a:lnTo>
                    <a:pt x="537" y="962"/>
                  </a:lnTo>
                  <a:lnTo>
                    <a:pt x="493" y="955"/>
                  </a:lnTo>
                  <a:lnTo>
                    <a:pt x="451" y="952"/>
                  </a:lnTo>
                  <a:lnTo>
                    <a:pt x="429" y="955"/>
                  </a:lnTo>
                  <a:lnTo>
                    <a:pt x="406" y="955"/>
                  </a:lnTo>
                  <a:lnTo>
                    <a:pt x="360" y="965"/>
                  </a:lnTo>
                  <a:lnTo>
                    <a:pt x="337" y="974"/>
                  </a:lnTo>
                  <a:lnTo>
                    <a:pt x="315" y="984"/>
                  </a:lnTo>
                  <a:lnTo>
                    <a:pt x="293" y="996"/>
                  </a:lnTo>
                  <a:lnTo>
                    <a:pt x="271" y="1012"/>
                  </a:lnTo>
                  <a:lnTo>
                    <a:pt x="254" y="1024"/>
                  </a:lnTo>
                  <a:lnTo>
                    <a:pt x="239" y="1040"/>
                  </a:lnTo>
                  <a:lnTo>
                    <a:pt x="224" y="1055"/>
                  </a:lnTo>
                  <a:lnTo>
                    <a:pt x="208" y="1071"/>
                  </a:lnTo>
                  <a:lnTo>
                    <a:pt x="194" y="1090"/>
                  </a:lnTo>
                  <a:lnTo>
                    <a:pt x="180" y="1112"/>
                  </a:lnTo>
                  <a:lnTo>
                    <a:pt x="174" y="1121"/>
                  </a:lnTo>
                  <a:lnTo>
                    <a:pt x="167" y="1130"/>
                  </a:lnTo>
                  <a:lnTo>
                    <a:pt x="154" y="1152"/>
                  </a:lnTo>
                  <a:lnTo>
                    <a:pt x="142" y="1177"/>
                  </a:lnTo>
                  <a:lnTo>
                    <a:pt x="130" y="1199"/>
                  </a:lnTo>
                  <a:lnTo>
                    <a:pt x="118" y="1224"/>
                  </a:lnTo>
                  <a:lnTo>
                    <a:pt x="108" y="1252"/>
                  </a:lnTo>
                  <a:lnTo>
                    <a:pt x="98" y="1280"/>
                  </a:lnTo>
                  <a:lnTo>
                    <a:pt x="88" y="1308"/>
                  </a:lnTo>
                  <a:lnTo>
                    <a:pt x="79" y="1339"/>
                  </a:lnTo>
                  <a:lnTo>
                    <a:pt x="74" y="1355"/>
                  </a:lnTo>
                  <a:lnTo>
                    <a:pt x="70" y="1371"/>
                  </a:lnTo>
                  <a:lnTo>
                    <a:pt x="62" y="1402"/>
                  </a:lnTo>
                  <a:lnTo>
                    <a:pt x="54" y="1433"/>
                  </a:lnTo>
                  <a:lnTo>
                    <a:pt x="47" y="1467"/>
                  </a:lnTo>
                  <a:lnTo>
                    <a:pt x="40" y="1502"/>
                  </a:lnTo>
                  <a:lnTo>
                    <a:pt x="34" y="1536"/>
                  </a:lnTo>
                  <a:lnTo>
                    <a:pt x="27" y="1570"/>
                  </a:lnTo>
                  <a:lnTo>
                    <a:pt x="22" y="1608"/>
                  </a:lnTo>
                  <a:lnTo>
                    <a:pt x="18" y="1642"/>
                  </a:lnTo>
                  <a:lnTo>
                    <a:pt x="15" y="1680"/>
                  </a:lnTo>
                  <a:lnTo>
                    <a:pt x="11" y="1717"/>
                  </a:lnTo>
                  <a:lnTo>
                    <a:pt x="8" y="1755"/>
                  </a:lnTo>
                  <a:lnTo>
                    <a:pt x="6" y="1795"/>
                  </a:lnTo>
                  <a:lnTo>
                    <a:pt x="3" y="1833"/>
                  </a:lnTo>
                  <a:lnTo>
                    <a:pt x="2" y="1873"/>
                  </a:lnTo>
                  <a:lnTo>
                    <a:pt x="2" y="1914"/>
                  </a:lnTo>
                  <a:lnTo>
                    <a:pt x="0" y="1958"/>
                  </a:lnTo>
                  <a:lnTo>
                    <a:pt x="2" y="2017"/>
                  </a:lnTo>
                  <a:lnTo>
                    <a:pt x="3" y="2076"/>
                  </a:lnTo>
                  <a:lnTo>
                    <a:pt x="6" y="2135"/>
                  </a:lnTo>
                  <a:lnTo>
                    <a:pt x="9" y="2192"/>
                  </a:lnTo>
                  <a:lnTo>
                    <a:pt x="15" y="2248"/>
                  </a:lnTo>
                  <a:lnTo>
                    <a:pt x="21" y="2304"/>
                  </a:lnTo>
                  <a:lnTo>
                    <a:pt x="29" y="2357"/>
                  </a:lnTo>
                  <a:lnTo>
                    <a:pt x="38" y="2410"/>
                  </a:lnTo>
                  <a:lnTo>
                    <a:pt x="47" y="2463"/>
                  </a:lnTo>
                  <a:lnTo>
                    <a:pt x="57" y="2510"/>
                  </a:lnTo>
                  <a:lnTo>
                    <a:pt x="70" y="2557"/>
                  </a:lnTo>
                  <a:lnTo>
                    <a:pt x="83" y="2601"/>
                  </a:lnTo>
                  <a:lnTo>
                    <a:pt x="97" y="2641"/>
                  </a:lnTo>
                  <a:lnTo>
                    <a:pt x="104" y="2663"/>
                  </a:lnTo>
                  <a:lnTo>
                    <a:pt x="112" y="2682"/>
                  </a:lnTo>
                  <a:lnTo>
                    <a:pt x="129" y="2716"/>
                  </a:lnTo>
                  <a:lnTo>
                    <a:pt x="145" y="2750"/>
                  </a:lnTo>
                  <a:lnTo>
                    <a:pt x="156" y="2766"/>
                  </a:lnTo>
                  <a:lnTo>
                    <a:pt x="165" y="2782"/>
                  </a:lnTo>
                  <a:lnTo>
                    <a:pt x="185" y="2807"/>
                  </a:lnTo>
                  <a:lnTo>
                    <a:pt x="206" y="2828"/>
                  </a:lnTo>
                  <a:lnTo>
                    <a:pt x="216" y="2841"/>
                  </a:lnTo>
                  <a:lnTo>
                    <a:pt x="228" y="2847"/>
                  </a:lnTo>
                  <a:lnTo>
                    <a:pt x="251" y="2863"/>
                  </a:lnTo>
                  <a:lnTo>
                    <a:pt x="275" y="2875"/>
                  </a:lnTo>
                  <a:lnTo>
                    <a:pt x="288" y="2878"/>
                  </a:lnTo>
                  <a:lnTo>
                    <a:pt x="301" y="2882"/>
                  </a:lnTo>
                  <a:lnTo>
                    <a:pt x="328" y="2885"/>
                  </a:lnTo>
                  <a:lnTo>
                    <a:pt x="343" y="2882"/>
                  </a:lnTo>
                  <a:lnTo>
                    <a:pt x="358" y="2882"/>
                  </a:lnTo>
                  <a:lnTo>
                    <a:pt x="372" y="2878"/>
                  </a:lnTo>
                  <a:lnTo>
                    <a:pt x="385" y="2872"/>
                  </a:lnTo>
                  <a:lnTo>
                    <a:pt x="399" y="2866"/>
                  </a:lnTo>
                  <a:lnTo>
                    <a:pt x="412" y="2860"/>
                  </a:lnTo>
                  <a:lnTo>
                    <a:pt x="425" y="2850"/>
                  </a:lnTo>
                  <a:lnTo>
                    <a:pt x="437" y="2838"/>
                  </a:lnTo>
                  <a:lnTo>
                    <a:pt x="461" y="2813"/>
                  </a:lnTo>
                  <a:lnTo>
                    <a:pt x="484" y="2782"/>
                  </a:lnTo>
                  <a:lnTo>
                    <a:pt x="497" y="2766"/>
                  </a:lnTo>
                  <a:lnTo>
                    <a:pt x="509" y="2747"/>
                  </a:lnTo>
                  <a:lnTo>
                    <a:pt x="532" y="2707"/>
                  </a:lnTo>
                  <a:lnTo>
                    <a:pt x="529" y="2835"/>
                  </a:lnTo>
                  <a:lnTo>
                    <a:pt x="539" y="2860"/>
                  </a:lnTo>
                  <a:lnTo>
                    <a:pt x="615" y="2850"/>
                  </a:lnTo>
                  <a:lnTo>
                    <a:pt x="691" y="2844"/>
                  </a:lnTo>
                  <a:lnTo>
                    <a:pt x="697" y="2822"/>
                  </a:lnTo>
                  <a:close/>
                  <a:moveTo>
                    <a:pt x="533" y="1923"/>
                  </a:moveTo>
                  <a:lnTo>
                    <a:pt x="533" y="2048"/>
                  </a:lnTo>
                  <a:lnTo>
                    <a:pt x="533" y="2167"/>
                  </a:lnTo>
                  <a:lnTo>
                    <a:pt x="530" y="2410"/>
                  </a:lnTo>
                  <a:lnTo>
                    <a:pt x="512" y="2445"/>
                  </a:lnTo>
                  <a:lnTo>
                    <a:pt x="494" y="2476"/>
                  </a:lnTo>
                  <a:lnTo>
                    <a:pt x="485" y="2488"/>
                  </a:lnTo>
                  <a:lnTo>
                    <a:pt x="475" y="2501"/>
                  </a:lnTo>
                  <a:lnTo>
                    <a:pt x="466" y="2513"/>
                  </a:lnTo>
                  <a:lnTo>
                    <a:pt x="456" y="2526"/>
                  </a:lnTo>
                  <a:lnTo>
                    <a:pt x="446" y="2535"/>
                  </a:lnTo>
                  <a:lnTo>
                    <a:pt x="435" y="2541"/>
                  </a:lnTo>
                  <a:lnTo>
                    <a:pt x="425" y="2551"/>
                  </a:lnTo>
                  <a:lnTo>
                    <a:pt x="414" y="2557"/>
                  </a:lnTo>
                  <a:lnTo>
                    <a:pt x="403" y="2560"/>
                  </a:lnTo>
                  <a:lnTo>
                    <a:pt x="392" y="2563"/>
                  </a:lnTo>
                  <a:lnTo>
                    <a:pt x="380" y="2566"/>
                  </a:lnTo>
                  <a:lnTo>
                    <a:pt x="369" y="2566"/>
                  </a:lnTo>
                  <a:lnTo>
                    <a:pt x="343" y="2563"/>
                  </a:lnTo>
                  <a:lnTo>
                    <a:pt x="330" y="2557"/>
                  </a:lnTo>
                  <a:lnTo>
                    <a:pt x="319" y="2554"/>
                  </a:lnTo>
                  <a:lnTo>
                    <a:pt x="307" y="2548"/>
                  </a:lnTo>
                  <a:lnTo>
                    <a:pt x="296" y="2538"/>
                  </a:lnTo>
                  <a:lnTo>
                    <a:pt x="285" y="2529"/>
                  </a:lnTo>
                  <a:lnTo>
                    <a:pt x="275" y="2519"/>
                  </a:lnTo>
                  <a:lnTo>
                    <a:pt x="265" y="2507"/>
                  </a:lnTo>
                  <a:lnTo>
                    <a:pt x="256" y="2494"/>
                  </a:lnTo>
                  <a:lnTo>
                    <a:pt x="247" y="2479"/>
                  </a:lnTo>
                  <a:lnTo>
                    <a:pt x="238" y="2463"/>
                  </a:lnTo>
                  <a:lnTo>
                    <a:pt x="230" y="2448"/>
                  </a:lnTo>
                  <a:lnTo>
                    <a:pt x="224" y="2429"/>
                  </a:lnTo>
                  <a:lnTo>
                    <a:pt x="216" y="2410"/>
                  </a:lnTo>
                  <a:lnTo>
                    <a:pt x="210" y="2388"/>
                  </a:lnTo>
                  <a:lnTo>
                    <a:pt x="203" y="2370"/>
                  </a:lnTo>
                  <a:lnTo>
                    <a:pt x="198" y="2345"/>
                  </a:lnTo>
                  <a:lnTo>
                    <a:pt x="193" y="2323"/>
                  </a:lnTo>
                  <a:lnTo>
                    <a:pt x="188" y="2301"/>
                  </a:lnTo>
                  <a:lnTo>
                    <a:pt x="184" y="2276"/>
                  </a:lnTo>
                  <a:lnTo>
                    <a:pt x="180" y="2251"/>
                  </a:lnTo>
                  <a:lnTo>
                    <a:pt x="172" y="2198"/>
                  </a:lnTo>
                  <a:lnTo>
                    <a:pt x="167" y="2145"/>
                  </a:lnTo>
                  <a:lnTo>
                    <a:pt x="165" y="2117"/>
                  </a:lnTo>
                  <a:lnTo>
                    <a:pt x="163" y="2089"/>
                  </a:lnTo>
                  <a:lnTo>
                    <a:pt x="161" y="2029"/>
                  </a:lnTo>
                  <a:lnTo>
                    <a:pt x="161" y="1967"/>
                  </a:lnTo>
                  <a:lnTo>
                    <a:pt x="161" y="1923"/>
                  </a:lnTo>
                  <a:lnTo>
                    <a:pt x="162" y="1883"/>
                  </a:lnTo>
                  <a:lnTo>
                    <a:pt x="163" y="1842"/>
                  </a:lnTo>
                  <a:lnTo>
                    <a:pt x="166" y="1805"/>
                  </a:lnTo>
                  <a:lnTo>
                    <a:pt x="168" y="1764"/>
                  </a:lnTo>
                  <a:lnTo>
                    <a:pt x="171" y="1730"/>
                  </a:lnTo>
                  <a:lnTo>
                    <a:pt x="175" y="1692"/>
                  </a:lnTo>
                  <a:lnTo>
                    <a:pt x="180" y="1658"/>
                  </a:lnTo>
                  <a:lnTo>
                    <a:pt x="185" y="1627"/>
                  </a:lnTo>
                  <a:lnTo>
                    <a:pt x="190" y="1595"/>
                  </a:lnTo>
                  <a:lnTo>
                    <a:pt x="197" y="1564"/>
                  </a:lnTo>
                  <a:lnTo>
                    <a:pt x="203" y="1536"/>
                  </a:lnTo>
                  <a:lnTo>
                    <a:pt x="211" y="1508"/>
                  </a:lnTo>
                  <a:lnTo>
                    <a:pt x="219" y="1480"/>
                  </a:lnTo>
                  <a:lnTo>
                    <a:pt x="222" y="1467"/>
                  </a:lnTo>
                  <a:lnTo>
                    <a:pt x="228" y="1455"/>
                  </a:lnTo>
                  <a:lnTo>
                    <a:pt x="236" y="1433"/>
                  </a:lnTo>
                  <a:lnTo>
                    <a:pt x="245" y="1408"/>
                  </a:lnTo>
                  <a:lnTo>
                    <a:pt x="256" y="1386"/>
                  </a:lnTo>
                  <a:lnTo>
                    <a:pt x="267" y="1368"/>
                  </a:lnTo>
                  <a:lnTo>
                    <a:pt x="279" y="1349"/>
                  </a:lnTo>
                  <a:lnTo>
                    <a:pt x="290" y="1333"/>
                  </a:lnTo>
                  <a:lnTo>
                    <a:pt x="303" y="1318"/>
                  </a:lnTo>
                  <a:lnTo>
                    <a:pt x="316" y="1302"/>
                  </a:lnTo>
                  <a:lnTo>
                    <a:pt x="330" y="1289"/>
                  </a:lnTo>
                  <a:lnTo>
                    <a:pt x="344" y="1280"/>
                  </a:lnTo>
                  <a:lnTo>
                    <a:pt x="351" y="1274"/>
                  </a:lnTo>
                  <a:lnTo>
                    <a:pt x="358" y="1271"/>
                  </a:lnTo>
                  <a:lnTo>
                    <a:pt x="374" y="1261"/>
                  </a:lnTo>
                  <a:lnTo>
                    <a:pt x="389" y="1255"/>
                  </a:lnTo>
                  <a:lnTo>
                    <a:pt x="406" y="1249"/>
                  </a:lnTo>
                  <a:lnTo>
                    <a:pt x="423" y="1246"/>
                  </a:lnTo>
                  <a:lnTo>
                    <a:pt x="441" y="1243"/>
                  </a:lnTo>
                  <a:lnTo>
                    <a:pt x="458" y="1243"/>
                  </a:lnTo>
                  <a:lnTo>
                    <a:pt x="476" y="1243"/>
                  </a:lnTo>
                  <a:lnTo>
                    <a:pt x="496" y="1246"/>
                  </a:lnTo>
                  <a:lnTo>
                    <a:pt x="514" y="1249"/>
                  </a:lnTo>
                  <a:lnTo>
                    <a:pt x="532" y="1252"/>
                  </a:lnTo>
                  <a:lnTo>
                    <a:pt x="533" y="1483"/>
                  </a:lnTo>
                  <a:lnTo>
                    <a:pt x="533" y="1714"/>
                  </a:lnTo>
                  <a:lnTo>
                    <a:pt x="533" y="192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0378" name="Freeform 10"/>
            <p:cNvSpPr>
              <a:spLocks noEditPoints="1"/>
            </p:cNvSpPr>
            <p:nvPr/>
          </p:nvSpPr>
          <p:spPr bwMode="auto">
            <a:xfrm>
              <a:off x="3727" y="2359"/>
              <a:ext cx="528" cy="700"/>
            </a:xfrm>
            <a:custGeom>
              <a:avLst/>
              <a:gdLst/>
              <a:ahLst/>
              <a:cxnLst>
                <a:cxn ang="0">
                  <a:pos x="608" y="1611"/>
                </a:cxn>
                <a:cxn ang="0">
                  <a:pos x="605" y="578"/>
                </a:cxn>
                <a:cxn ang="0">
                  <a:pos x="600" y="437"/>
                </a:cxn>
                <a:cxn ang="0">
                  <a:pos x="587" y="315"/>
                </a:cxn>
                <a:cxn ang="0">
                  <a:pos x="566" y="216"/>
                </a:cxn>
                <a:cxn ang="0">
                  <a:pos x="536" y="137"/>
                </a:cxn>
                <a:cxn ang="0">
                  <a:pos x="499" y="75"/>
                </a:cxn>
                <a:cxn ang="0">
                  <a:pos x="444" y="25"/>
                </a:cxn>
                <a:cxn ang="0">
                  <a:pos x="392" y="3"/>
                </a:cxn>
                <a:cxn ang="0">
                  <a:pos x="323" y="3"/>
                </a:cxn>
                <a:cxn ang="0">
                  <a:pos x="213" y="38"/>
                </a:cxn>
                <a:cxn ang="0">
                  <a:pos x="127" y="94"/>
                </a:cxn>
                <a:cxn ang="0">
                  <a:pos x="88" y="141"/>
                </a:cxn>
                <a:cxn ang="0">
                  <a:pos x="95" y="418"/>
                </a:cxn>
                <a:cxn ang="0">
                  <a:pos x="191" y="328"/>
                </a:cxn>
                <a:cxn ang="0">
                  <a:pos x="244" y="297"/>
                </a:cxn>
                <a:cxn ang="0">
                  <a:pos x="303" y="281"/>
                </a:cxn>
                <a:cxn ang="0">
                  <a:pos x="351" y="287"/>
                </a:cxn>
                <a:cxn ang="0">
                  <a:pos x="404" y="325"/>
                </a:cxn>
                <a:cxn ang="0">
                  <a:pos x="426" y="372"/>
                </a:cxn>
                <a:cxn ang="0">
                  <a:pos x="446" y="462"/>
                </a:cxn>
                <a:cxn ang="0">
                  <a:pos x="453" y="606"/>
                </a:cxn>
                <a:cxn ang="0">
                  <a:pos x="317" y="684"/>
                </a:cxn>
                <a:cxn ang="0">
                  <a:pos x="218" y="737"/>
                </a:cxn>
                <a:cxn ang="0">
                  <a:pos x="145" y="805"/>
                </a:cxn>
                <a:cxn ang="0">
                  <a:pos x="82" y="899"/>
                </a:cxn>
                <a:cxn ang="0">
                  <a:pos x="47" y="980"/>
                </a:cxn>
                <a:cxn ang="0">
                  <a:pos x="22" y="1080"/>
                </a:cxn>
                <a:cxn ang="0">
                  <a:pos x="6" y="1202"/>
                </a:cxn>
                <a:cxn ang="0">
                  <a:pos x="0" y="1346"/>
                </a:cxn>
                <a:cxn ang="0">
                  <a:pos x="5" y="1477"/>
                </a:cxn>
                <a:cxn ang="0">
                  <a:pos x="19" y="1592"/>
                </a:cxn>
                <a:cxn ang="0">
                  <a:pos x="41" y="1692"/>
                </a:cxn>
                <a:cxn ang="0">
                  <a:pos x="72" y="1779"/>
                </a:cxn>
                <a:cxn ang="0">
                  <a:pos x="109" y="1851"/>
                </a:cxn>
                <a:cxn ang="0">
                  <a:pos x="151" y="1901"/>
                </a:cxn>
                <a:cxn ang="0">
                  <a:pos x="199" y="1932"/>
                </a:cxn>
                <a:cxn ang="0">
                  <a:pos x="253" y="1945"/>
                </a:cxn>
                <a:cxn ang="0">
                  <a:pos x="308" y="1932"/>
                </a:cxn>
                <a:cxn ang="0">
                  <a:pos x="360" y="1898"/>
                </a:cxn>
                <a:cxn ang="0">
                  <a:pos x="409" y="1842"/>
                </a:cxn>
                <a:cxn ang="0">
                  <a:pos x="453" y="1764"/>
                </a:cxn>
                <a:cxn ang="0">
                  <a:pos x="607" y="1898"/>
                </a:cxn>
                <a:cxn ang="0">
                  <a:pos x="437" y="1533"/>
                </a:cxn>
                <a:cxn ang="0">
                  <a:pos x="400" y="1592"/>
                </a:cxn>
                <a:cxn ang="0">
                  <a:pos x="348" y="1639"/>
                </a:cxn>
                <a:cxn ang="0">
                  <a:pos x="277" y="1651"/>
                </a:cxn>
                <a:cxn ang="0">
                  <a:pos x="224" y="1617"/>
                </a:cxn>
                <a:cxn ang="0">
                  <a:pos x="194" y="1561"/>
                </a:cxn>
                <a:cxn ang="0">
                  <a:pos x="172" y="1486"/>
                </a:cxn>
                <a:cxn ang="0">
                  <a:pos x="159" y="1395"/>
                </a:cxn>
                <a:cxn ang="0">
                  <a:pos x="159" y="1261"/>
                </a:cxn>
                <a:cxn ang="0">
                  <a:pos x="168" y="1189"/>
                </a:cxn>
                <a:cxn ang="0">
                  <a:pos x="188" y="1111"/>
                </a:cxn>
                <a:cxn ang="0">
                  <a:pos x="210" y="1065"/>
                </a:cxn>
                <a:cxn ang="0">
                  <a:pos x="267" y="993"/>
                </a:cxn>
                <a:cxn ang="0">
                  <a:pos x="331" y="946"/>
                </a:cxn>
                <a:cxn ang="0">
                  <a:pos x="455" y="899"/>
                </a:cxn>
              </a:cxnLst>
              <a:rect l="0" t="0" r="r" b="b"/>
              <a:pathLst>
                <a:path w="614" h="1945">
                  <a:moveTo>
                    <a:pt x="614" y="1879"/>
                  </a:moveTo>
                  <a:lnTo>
                    <a:pt x="612" y="1792"/>
                  </a:lnTo>
                  <a:lnTo>
                    <a:pt x="611" y="1701"/>
                  </a:lnTo>
                  <a:lnTo>
                    <a:pt x="608" y="1611"/>
                  </a:lnTo>
                  <a:lnTo>
                    <a:pt x="608" y="1523"/>
                  </a:lnTo>
                  <a:lnTo>
                    <a:pt x="607" y="1342"/>
                  </a:lnTo>
                  <a:lnTo>
                    <a:pt x="605" y="1164"/>
                  </a:lnTo>
                  <a:lnTo>
                    <a:pt x="605" y="578"/>
                  </a:lnTo>
                  <a:lnTo>
                    <a:pt x="605" y="540"/>
                  </a:lnTo>
                  <a:lnTo>
                    <a:pt x="604" y="506"/>
                  </a:lnTo>
                  <a:lnTo>
                    <a:pt x="603" y="471"/>
                  </a:lnTo>
                  <a:lnTo>
                    <a:pt x="600" y="437"/>
                  </a:lnTo>
                  <a:lnTo>
                    <a:pt x="599" y="406"/>
                  </a:lnTo>
                  <a:lnTo>
                    <a:pt x="595" y="375"/>
                  </a:lnTo>
                  <a:lnTo>
                    <a:pt x="591" y="343"/>
                  </a:lnTo>
                  <a:lnTo>
                    <a:pt x="587" y="315"/>
                  </a:lnTo>
                  <a:lnTo>
                    <a:pt x="584" y="290"/>
                  </a:lnTo>
                  <a:lnTo>
                    <a:pt x="579" y="262"/>
                  </a:lnTo>
                  <a:lnTo>
                    <a:pt x="572" y="240"/>
                  </a:lnTo>
                  <a:lnTo>
                    <a:pt x="566" y="216"/>
                  </a:lnTo>
                  <a:lnTo>
                    <a:pt x="559" y="194"/>
                  </a:lnTo>
                  <a:lnTo>
                    <a:pt x="553" y="175"/>
                  </a:lnTo>
                  <a:lnTo>
                    <a:pt x="545" y="153"/>
                  </a:lnTo>
                  <a:lnTo>
                    <a:pt x="536" y="137"/>
                  </a:lnTo>
                  <a:lnTo>
                    <a:pt x="527" y="119"/>
                  </a:lnTo>
                  <a:lnTo>
                    <a:pt x="518" y="103"/>
                  </a:lnTo>
                  <a:lnTo>
                    <a:pt x="509" y="91"/>
                  </a:lnTo>
                  <a:lnTo>
                    <a:pt x="499" y="75"/>
                  </a:lnTo>
                  <a:lnTo>
                    <a:pt x="489" y="63"/>
                  </a:lnTo>
                  <a:lnTo>
                    <a:pt x="478" y="53"/>
                  </a:lnTo>
                  <a:lnTo>
                    <a:pt x="455" y="34"/>
                  </a:lnTo>
                  <a:lnTo>
                    <a:pt x="444" y="25"/>
                  </a:lnTo>
                  <a:lnTo>
                    <a:pt x="431" y="19"/>
                  </a:lnTo>
                  <a:lnTo>
                    <a:pt x="418" y="13"/>
                  </a:lnTo>
                  <a:lnTo>
                    <a:pt x="405" y="9"/>
                  </a:lnTo>
                  <a:lnTo>
                    <a:pt x="392" y="3"/>
                  </a:lnTo>
                  <a:lnTo>
                    <a:pt x="378" y="3"/>
                  </a:lnTo>
                  <a:lnTo>
                    <a:pt x="364" y="0"/>
                  </a:lnTo>
                  <a:lnTo>
                    <a:pt x="349" y="0"/>
                  </a:lnTo>
                  <a:lnTo>
                    <a:pt x="323" y="3"/>
                  </a:lnTo>
                  <a:lnTo>
                    <a:pt x="296" y="6"/>
                  </a:lnTo>
                  <a:lnTo>
                    <a:pt x="268" y="13"/>
                  </a:lnTo>
                  <a:lnTo>
                    <a:pt x="240" y="25"/>
                  </a:lnTo>
                  <a:lnTo>
                    <a:pt x="213" y="38"/>
                  </a:lnTo>
                  <a:lnTo>
                    <a:pt x="186" y="50"/>
                  </a:lnTo>
                  <a:lnTo>
                    <a:pt x="159" y="69"/>
                  </a:lnTo>
                  <a:lnTo>
                    <a:pt x="133" y="84"/>
                  </a:lnTo>
                  <a:lnTo>
                    <a:pt x="127" y="94"/>
                  </a:lnTo>
                  <a:lnTo>
                    <a:pt x="115" y="103"/>
                  </a:lnTo>
                  <a:lnTo>
                    <a:pt x="99" y="119"/>
                  </a:lnTo>
                  <a:lnTo>
                    <a:pt x="93" y="128"/>
                  </a:lnTo>
                  <a:lnTo>
                    <a:pt x="88" y="141"/>
                  </a:lnTo>
                  <a:lnTo>
                    <a:pt x="87" y="203"/>
                  </a:lnTo>
                  <a:lnTo>
                    <a:pt x="86" y="269"/>
                  </a:lnTo>
                  <a:lnTo>
                    <a:pt x="83" y="400"/>
                  </a:lnTo>
                  <a:lnTo>
                    <a:pt x="95" y="418"/>
                  </a:lnTo>
                  <a:lnTo>
                    <a:pt x="123" y="387"/>
                  </a:lnTo>
                  <a:lnTo>
                    <a:pt x="150" y="362"/>
                  </a:lnTo>
                  <a:lnTo>
                    <a:pt x="177" y="337"/>
                  </a:lnTo>
                  <a:lnTo>
                    <a:pt x="191" y="328"/>
                  </a:lnTo>
                  <a:lnTo>
                    <a:pt x="204" y="319"/>
                  </a:lnTo>
                  <a:lnTo>
                    <a:pt x="217" y="309"/>
                  </a:lnTo>
                  <a:lnTo>
                    <a:pt x="231" y="303"/>
                  </a:lnTo>
                  <a:lnTo>
                    <a:pt x="244" y="297"/>
                  </a:lnTo>
                  <a:lnTo>
                    <a:pt x="258" y="290"/>
                  </a:lnTo>
                  <a:lnTo>
                    <a:pt x="273" y="287"/>
                  </a:lnTo>
                  <a:lnTo>
                    <a:pt x="287" y="284"/>
                  </a:lnTo>
                  <a:lnTo>
                    <a:pt x="303" y="281"/>
                  </a:lnTo>
                  <a:lnTo>
                    <a:pt x="318" y="281"/>
                  </a:lnTo>
                  <a:lnTo>
                    <a:pt x="336" y="284"/>
                  </a:lnTo>
                  <a:lnTo>
                    <a:pt x="344" y="284"/>
                  </a:lnTo>
                  <a:lnTo>
                    <a:pt x="351" y="287"/>
                  </a:lnTo>
                  <a:lnTo>
                    <a:pt x="367" y="294"/>
                  </a:lnTo>
                  <a:lnTo>
                    <a:pt x="381" y="300"/>
                  </a:lnTo>
                  <a:lnTo>
                    <a:pt x="392" y="312"/>
                  </a:lnTo>
                  <a:lnTo>
                    <a:pt x="404" y="325"/>
                  </a:lnTo>
                  <a:lnTo>
                    <a:pt x="413" y="340"/>
                  </a:lnTo>
                  <a:lnTo>
                    <a:pt x="418" y="350"/>
                  </a:lnTo>
                  <a:lnTo>
                    <a:pt x="422" y="359"/>
                  </a:lnTo>
                  <a:lnTo>
                    <a:pt x="426" y="372"/>
                  </a:lnTo>
                  <a:lnTo>
                    <a:pt x="430" y="381"/>
                  </a:lnTo>
                  <a:lnTo>
                    <a:pt x="436" y="406"/>
                  </a:lnTo>
                  <a:lnTo>
                    <a:pt x="441" y="431"/>
                  </a:lnTo>
                  <a:lnTo>
                    <a:pt x="446" y="462"/>
                  </a:lnTo>
                  <a:lnTo>
                    <a:pt x="449" y="493"/>
                  </a:lnTo>
                  <a:lnTo>
                    <a:pt x="451" y="528"/>
                  </a:lnTo>
                  <a:lnTo>
                    <a:pt x="453" y="565"/>
                  </a:lnTo>
                  <a:lnTo>
                    <a:pt x="453" y="606"/>
                  </a:lnTo>
                  <a:lnTo>
                    <a:pt x="453" y="634"/>
                  </a:lnTo>
                  <a:lnTo>
                    <a:pt x="408" y="649"/>
                  </a:lnTo>
                  <a:lnTo>
                    <a:pt x="363" y="665"/>
                  </a:lnTo>
                  <a:lnTo>
                    <a:pt x="317" y="684"/>
                  </a:lnTo>
                  <a:lnTo>
                    <a:pt x="272" y="706"/>
                  </a:lnTo>
                  <a:lnTo>
                    <a:pt x="258" y="712"/>
                  </a:lnTo>
                  <a:lnTo>
                    <a:pt x="244" y="721"/>
                  </a:lnTo>
                  <a:lnTo>
                    <a:pt x="218" y="737"/>
                  </a:lnTo>
                  <a:lnTo>
                    <a:pt x="192" y="759"/>
                  </a:lnTo>
                  <a:lnTo>
                    <a:pt x="168" y="781"/>
                  </a:lnTo>
                  <a:lnTo>
                    <a:pt x="156" y="793"/>
                  </a:lnTo>
                  <a:lnTo>
                    <a:pt x="145" y="805"/>
                  </a:lnTo>
                  <a:lnTo>
                    <a:pt x="135" y="818"/>
                  </a:lnTo>
                  <a:lnTo>
                    <a:pt x="123" y="834"/>
                  </a:lnTo>
                  <a:lnTo>
                    <a:pt x="102" y="865"/>
                  </a:lnTo>
                  <a:lnTo>
                    <a:pt x="82" y="899"/>
                  </a:lnTo>
                  <a:lnTo>
                    <a:pt x="73" y="918"/>
                  </a:lnTo>
                  <a:lnTo>
                    <a:pt x="64" y="937"/>
                  </a:lnTo>
                  <a:lnTo>
                    <a:pt x="55" y="958"/>
                  </a:lnTo>
                  <a:lnTo>
                    <a:pt x="47" y="980"/>
                  </a:lnTo>
                  <a:lnTo>
                    <a:pt x="40" y="1002"/>
                  </a:lnTo>
                  <a:lnTo>
                    <a:pt x="33" y="1027"/>
                  </a:lnTo>
                  <a:lnTo>
                    <a:pt x="28" y="1055"/>
                  </a:lnTo>
                  <a:lnTo>
                    <a:pt x="22" y="1080"/>
                  </a:lnTo>
                  <a:lnTo>
                    <a:pt x="18" y="1111"/>
                  </a:lnTo>
                  <a:lnTo>
                    <a:pt x="13" y="1140"/>
                  </a:lnTo>
                  <a:lnTo>
                    <a:pt x="10" y="1171"/>
                  </a:lnTo>
                  <a:lnTo>
                    <a:pt x="6" y="1202"/>
                  </a:lnTo>
                  <a:lnTo>
                    <a:pt x="4" y="1236"/>
                  </a:lnTo>
                  <a:lnTo>
                    <a:pt x="2" y="1271"/>
                  </a:lnTo>
                  <a:lnTo>
                    <a:pt x="1" y="1308"/>
                  </a:lnTo>
                  <a:lnTo>
                    <a:pt x="0" y="1346"/>
                  </a:lnTo>
                  <a:lnTo>
                    <a:pt x="1" y="1380"/>
                  </a:lnTo>
                  <a:lnTo>
                    <a:pt x="1" y="1411"/>
                  </a:lnTo>
                  <a:lnTo>
                    <a:pt x="4" y="1445"/>
                  </a:lnTo>
                  <a:lnTo>
                    <a:pt x="5" y="1477"/>
                  </a:lnTo>
                  <a:lnTo>
                    <a:pt x="8" y="1505"/>
                  </a:lnTo>
                  <a:lnTo>
                    <a:pt x="11" y="1536"/>
                  </a:lnTo>
                  <a:lnTo>
                    <a:pt x="15" y="1564"/>
                  </a:lnTo>
                  <a:lnTo>
                    <a:pt x="19" y="1592"/>
                  </a:lnTo>
                  <a:lnTo>
                    <a:pt x="24" y="1617"/>
                  </a:lnTo>
                  <a:lnTo>
                    <a:pt x="29" y="1645"/>
                  </a:lnTo>
                  <a:lnTo>
                    <a:pt x="34" y="1670"/>
                  </a:lnTo>
                  <a:lnTo>
                    <a:pt x="41" y="1692"/>
                  </a:lnTo>
                  <a:lnTo>
                    <a:pt x="47" y="1717"/>
                  </a:lnTo>
                  <a:lnTo>
                    <a:pt x="55" y="1739"/>
                  </a:lnTo>
                  <a:lnTo>
                    <a:pt x="63" y="1761"/>
                  </a:lnTo>
                  <a:lnTo>
                    <a:pt x="72" y="1779"/>
                  </a:lnTo>
                  <a:lnTo>
                    <a:pt x="79" y="1801"/>
                  </a:lnTo>
                  <a:lnTo>
                    <a:pt x="90" y="1817"/>
                  </a:lnTo>
                  <a:lnTo>
                    <a:pt x="99" y="1836"/>
                  </a:lnTo>
                  <a:lnTo>
                    <a:pt x="109" y="1851"/>
                  </a:lnTo>
                  <a:lnTo>
                    <a:pt x="119" y="1867"/>
                  </a:lnTo>
                  <a:lnTo>
                    <a:pt x="129" y="1879"/>
                  </a:lnTo>
                  <a:lnTo>
                    <a:pt x="140" y="1892"/>
                  </a:lnTo>
                  <a:lnTo>
                    <a:pt x="151" y="1901"/>
                  </a:lnTo>
                  <a:lnTo>
                    <a:pt x="163" y="1911"/>
                  </a:lnTo>
                  <a:lnTo>
                    <a:pt x="174" y="1920"/>
                  </a:lnTo>
                  <a:lnTo>
                    <a:pt x="186" y="1926"/>
                  </a:lnTo>
                  <a:lnTo>
                    <a:pt x="199" y="1932"/>
                  </a:lnTo>
                  <a:lnTo>
                    <a:pt x="212" y="1939"/>
                  </a:lnTo>
                  <a:lnTo>
                    <a:pt x="224" y="1942"/>
                  </a:lnTo>
                  <a:lnTo>
                    <a:pt x="238" y="1945"/>
                  </a:lnTo>
                  <a:lnTo>
                    <a:pt x="253" y="1945"/>
                  </a:lnTo>
                  <a:lnTo>
                    <a:pt x="267" y="1945"/>
                  </a:lnTo>
                  <a:lnTo>
                    <a:pt x="281" y="1942"/>
                  </a:lnTo>
                  <a:lnTo>
                    <a:pt x="294" y="1939"/>
                  </a:lnTo>
                  <a:lnTo>
                    <a:pt x="308" y="1932"/>
                  </a:lnTo>
                  <a:lnTo>
                    <a:pt x="321" y="1926"/>
                  </a:lnTo>
                  <a:lnTo>
                    <a:pt x="333" y="1920"/>
                  </a:lnTo>
                  <a:lnTo>
                    <a:pt x="348" y="1911"/>
                  </a:lnTo>
                  <a:lnTo>
                    <a:pt x="360" y="1898"/>
                  </a:lnTo>
                  <a:lnTo>
                    <a:pt x="373" y="1889"/>
                  </a:lnTo>
                  <a:lnTo>
                    <a:pt x="385" y="1873"/>
                  </a:lnTo>
                  <a:lnTo>
                    <a:pt x="398" y="1858"/>
                  </a:lnTo>
                  <a:lnTo>
                    <a:pt x="409" y="1842"/>
                  </a:lnTo>
                  <a:lnTo>
                    <a:pt x="421" y="1826"/>
                  </a:lnTo>
                  <a:lnTo>
                    <a:pt x="432" y="1804"/>
                  </a:lnTo>
                  <a:lnTo>
                    <a:pt x="442" y="1786"/>
                  </a:lnTo>
                  <a:lnTo>
                    <a:pt x="453" y="1764"/>
                  </a:lnTo>
                  <a:lnTo>
                    <a:pt x="453" y="1889"/>
                  </a:lnTo>
                  <a:lnTo>
                    <a:pt x="459" y="1914"/>
                  </a:lnTo>
                  <a:lnTo>
                    <a:pt x="534" y="1904"/>
                  </a:lnTo>
                  <a:lnTo>
                    <a:pt x="607" y="1898"/>
                  </a:lnTo>
                  <a:lnTo>
                    <a:pt x="614" y="1879"/>
                  </a:lnTo>
                  <a:close/>
                  <a:moveTo>
                    <a:pt x="455" y="1495"/>
                  </a:moveTo>
                  <a:lnTo>
                    <a:pt x="446" y="1514"/>
                  </a:lnTo>
                  <a:lnTo>
                    <a:pt x="437" y="1533"/>
                  </a:lnTo>
                  <a:lnTo>
                    <a:pt x="428" y="1548"/>
                  </a:lnTo>
                  <a:lnTo>
                    <a:pt x="419" y="1564"/>
                  </a:lnTo>
                  <a:lnTo>
                    <a:pt x="409" y="1580"/>
                  </a:lnTo>
                  <a:lnTo>
                    <a:pt x="400" y="1592"/>
                  </a:lnTo>
                  <a:lnTo>
                    <a:pt x="390" y="1605"/>
                  </a:lnTo>
                  <a:lnTo>
                    <a:pt x="380" y="1614"/>
                  </a:lnTo>
                  <a:lnTo>
                    <a:pt x="358" y="1633"/>
                  </a:lnTo>
                  <a:lnTo>
                    <a:pt x="348" y="1639"/>
                  </a:lnTo>
                  <a:lnTo>
                    <a:pt x="336" y="1642"/>
                  </a:lnTo>
                  <a:lnTo>
                    <a:pt x="314" y="1651"/>
                  </a:lnTo>
                  <a:lnTo>
                    <a:pt x="292" y="1651"/>
                  </a:lnTo>
                  <a:lnTo>
                    <a:pt x="277" y="1651"/>
                  </a:lnTo>
                  <a:lnTo>
                    <a:pt x="263" y="1645"/>
                  </a:lnTo>
                  <a:lnTo>
                    <a:pt x="249" y="1639"/>
                  </a:lnTo>
                  <a:lnTo>
                    <a:pt x="236" y="1630"/>
                  </a:lnTo>
                  <a:lnTo>
                    <a:pt x="224" y="1617"/>
                  </a:lnTo>
                  <a:lnTo>
                    <a:pt x="213" y="1602"/>
                  </a:lnTo>
                  <a:lnTo>
                    <a:pt x="203" y="1583"/>
                  </a:lnTo>
                  <a:lnTo>
                    <a:pt x="199" y="1570"/>
                  </a:lnTo>
                  <a:lnTo>
                    <a:pt x="194" y="1561"/>
                  </a:lnTo>
                  <a:lnTo>
                    <a:pt x="190" y="1548"/>
                  </a:lnTo>
                  <a:lnTo>
                    <a:pt x="185" y="1536"/>
                  </a:lnTo>
                  <a:lnTo>
                    <a:pt x="178" y="1511"/>
                  </a:lnTo>
                  <a:lnTo>
                    <a:pt x="172" y="1486"/>
                  </a:lnTo>
                  <a:lnTo>
                    <a:pt x="167" y="1458"/>
                  </a:lnTo>
                  <a:lnTo>
                    <a:pt x="163" y="1427"/>
                  </a:lnTo>
                  <a:lnTo>
                    <a:pt x="160" y="1411"/>
                  </a:lnTo>
                  <a:lnTo>
                    <a:pt x="159" y="1395"/>
                  </a:lnTo>
                  <a:lnTo>
                    <a:pt x="158" y="1361"/>
                  </a:lnTo>
                  <a:lnTo>
                    <a:pt x="156" y="1324"/>
                  </a:lnTo>
                  <a:lnTo>
                    <a:pt x="159" y="1283"/>
                  </a:lnTo>
                  <a:lnTo>
                    <a:pt x="159" y="1261"/>
                  </a:lnTo>
                  <a:lnTo>
                    <a:pt x="161" y="1243"/>
                  </a:lnTo>
                  <a:lnTo>
                    <a:pt x="163" y="1224"/>
                  </a:lnTo>
                  <a:lnTo>
                    <a:pt x="165" y="1205"/>
                  </a:lnTo>
                  <a:lnTo>
                    <a:pt x="168" y="1189"/>
                  </a:lnTo>
                  <a:lnTo>
                    <a:pt x="172" y="1174"/>
                  </a:lnTo>
                  <a:lnTo>
                    <a:pt x="179" y="1143"/>
                  </a:lnTo>
                  <a:lnTo>
                    <a:pt x="183" y="1127"/>
                  </a:lnTo>
                  <a:lnTo>
                    <a:pt x="188" y="1111"/>
                  </a:lnTo>
                  <a:lnTo>
                    <a:pt x="194" y="1099"/>
                  </a:lnTo>
                  <a:lnTo>
                    <a:pt x="199" y="1086"/>
                  </a:lnTo>
                  <a:lnTo>
                    <a:pt x="204" y="1074"/>
                  </a:lnTo>
                  <a:lnTo>
                    <a:pt x="210" y="1065"/>
                  </a:lnTo>
                  <a:lnTo>
                    <a:pt x="223" y="1043"/>
                  </a:lnTo>
                  <a:lnTo>
                    <a:pt x="237" y="1024"/>
                  </a:lnTo>
                  <a:lnTo>
                    <a:pt x="251" y="1008"/>
                  </a:lnTo>
                  <a:lnTo>
                    <a:pt x="267" y="993"/>
                  </a:lnTo>
                  <a:lnTo>
                    <a:pt x="282" y="977"/>
                  </a:lnTo>
                  <a:lnTo>
                    <a:pt x="298" y="965"/>
                  </a:lnTo>
                  <a:lnTo>
                    <a:pt x="314" y="955"/>
                  </a:lnTo>
                  <a:lnTo>
                    <a:pt x="331" y="946"/>
                  </a:lnTo>
                  <a:lnTo>
                    <a:pt x="364" y="930"/>
                  </a:lnTo>
                  <a:lnTo>
                    <a:pt x="396" y="918"/>
                  </a:lnTo>
                  <a:lnTo>
                    <a:pt x="426" y="909"/>
                  </a:lnTo>
                  <a:lnTo>
                    <a:pt x="455" y="899"/>
                  </a:lnTo>
                  <a:lnTo>
                    <a:pt x="455" y="14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70379" name="Rectangle 11"/>
          <p:cNvSpPr>
            <a:spLocks noChangeArrowheads="1"/>
          </p:cNvSpPr>
          <p:nvPr/>
        </p:nvSpPr>
        <p:spPr bwMode="auto">
          <a:xfrm>
            <a:off x="1543050" y="2698750"/>
            <a:ext cx="4846638" cy="560388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sp>
        <p:nvSpPr>
          <p:cNvPr id="570380" name="Text Box 12"/>
          <p:cNvSpPr txBox="1">
            <a:spLocks noChangeArrowheads="1"/>
          </p:cNvSpPr>
          <p:nvPr/>
        </p:nvSpPr>
        <p:spPr bwMode="white">
          <a:xfrm>
            <a:off x="1343025" y="620713"/>
            <a:ext cx="5341938" cy="48609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274320" tIns="0" rIns="92985" bIns="46493"/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Necessidades Oi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Arquitetura da solução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Modelos de Configuração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Objetos de Banco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Ambiente Unix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Erros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Dúvidas</a:t>
            </a:r>
            <a:endParaRPr lang="pt-BR">
              <a:solidFill>
                <a:schemeClr val="bg1"/>
              </a:solidFill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70381" name="Rectangle 13"/>
          <p:cNvSpPr>
            <a:spLocks noChangeArrowheads="1"/>
          </p:cNvSpPr>
          <p:nvPr/>
        </p:nvSpPr>
        <p:spPr bwMode="auto">
          <a:xfrm>
            <a:off x="6400800" y="0"/>
            <a:ext cx="758825" cy="68707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274320" tIns="46493" rIns="92985" bIns="46493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0DD35-4C50-40D1-84D6-8A835CDFEFC5}" type="slidenum">
              <a:rPr lang="en-US"/>
              <a:pPr/>
              <a:t>17</a:t>
            </a:fld>
            <a:endParaRPr lang="en-US"/>
          </a:p>
        </p:txBody>
      </p: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 - </a:t>
            </a:r>
            <a:r>
              <a:rPr lang="pt-BR" i="1"/>
              <a:t>Modelo de dados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>
              <a:spcBef>
                <a:spcPct val="50000"/>
              </a:spcBef>
              <a:buFont typeface="Symbol" pitchFamily="18" charset="2"/>
              <a:buNone/>
            </a:pPr>
            <a:endParaRPr lang="pt-BR" sz="1600"/>
          </a:p>
          <a:p>
            <a:pPr lvl="4">
              <a:spcBef>
                <a:spcPct val="50000"/>
              </a:spcBef>
            </a:pPr>
            <a:endParaRPr lang="pt-BR" sz="1600"/>
          </a:p>
          <a:p>
            <a:pPr lvl="4">
              <a:spcBef>
                <a:spcPct val="50000"/>
              </a:spcBef>
            </a:pPr>
            <a:endParaRPr lang="pt-BR"/>
          </a:p>
          <a:p>
            <a:pPr>
              <a:spcBef>
                <a:spcPct val="50000"/>
              </a:spcBef>
            </a:pPr>
            <a:endParaRPr lang="pt-BR"/>
          </a:p>
        </p:txBody>
      </p:sp>
      <p:grpSp>
        <p:nvGrpSpPr>
          <p:cNvPr id="510980" name="Group 4"/>
          <p:cNvGrpSpPr>
            <a:grpSpLocks noChangeAspect="1"/>
          </p:cNvGrpSpPr>
          <p:nvPr/>
        </p:nvGrpSpPr>
        <p:grpSpPr bwMode="auto">
          <a:xfrm>
            <a:off x="800100" y="1350963"/>
            <a:ext cx="7048500" cy="4406900"/>
            <a:chOff x="3816" y="2525"/>
            <a:chExt cx="9720" cy="6077"/>
          </a:xfrm>
        </p:grpSpPr>
        <p:sp>
          <p:nvSpPr>
            <p:cNvPr id="510981" name="AutoShape 5"/>
            <p:cNvSpPr>
              <a:spLocks noChangeAspect="1" noChangeArrowheads="1"/>
            </p:cNvSpPr>
            <p:nvPr/>
          </p:nvSpPr>
          <p:spPr bwMode="auto">
            <a:xfrm>
              <a:off x="3816" y="2525"/>
              <a:ext cx="9720" cy="60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0982" name="Rectangle 6"/>
            <p:cNvSpPr>
              <a:spLocks noChangeArrowheads="1"/>
            </p:cNvSpPr>
            <p:nvPr/>
          </p:nvSpPr>
          <p:spPr bwMode="auto">
            <a:xfrm>
              <a:off x="5422" y="6493"/>
              <a:ext cx="2479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COUNT</a:t>
              </a:r>
              <a:endParaRPr lang="en-US"/>
            </a:p>
          </p:txBody>
        </p:sp>
        <p:sp>
          <p:nvSpPr>
            <p:cNvPr id="510983" name="Rectangle 7"/>
            <p:cNvSpPr>
              <a:spLocks noChangeArrowheads="1"/>
            </p:cNvSpPr>
            <p:nvPr/>
          </p:nvSpPr>
          <p:spPr bwMode="auto">
            <a:xfrm>
              <a:off x="4717" y="6763"/>
              <a:ext cx="70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FK1</a:t>
              </a:r>
              <a:endParaRPr lang="en-US"/>
            </a:p>
          </p:txBody>
        </p:sp>
        <p:sp>
          <p:nvSpPr>
            <p:cNvPr id="510984" name="Rectangle 8"/>
            <p:cNvSpPr>
              <a:spLocks noChangeArrowheads="1"/>
            </p:cNvSpPr>
            <p:nvPr/>
          </p:nvSpPr>
          <p:spPr bwMode="auto">
            <a:xfrm>
              <a:off x="5422" y="7850"/>
              <a:ext cx="2479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TRANS_DATE</a:t>
              </a:r>
            </a:p>
            <a:p>
              <a:endParaRPr lang="en-US"/>
            </a:p>
          </p:txBody>
        </p:sp>
        <p:sp>
          <p:nvSpPr>
            <p:cNvPr id="510985" name="Rectangle 9"/>
            <p:cNvSpPr>
              <a:spLocks noChangeArrowheads="1"/>
            </p:cNvSpPr>
            <p:nvPr/>
          </p:nvSpPr>
          <p:spPr bwMode="auto">
            <a:xfrm>
              <a:off x="5422" y="7580"/>
              <a:ext cx="2479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STATUS</a:t>
              </a:r>
            </a:p>
            <a:p>
              <a:endParaRPr lang="en-US"/>
            </a:p>
          </p:txBody>
        </p:sp>
        <p:sp>
          <p:nvSpPr>
            <p:cNvPr id="510986" name="Rectangle 10"/>
            <p:cNvSpPr>
              <a:spLocks noChangeArrowheads="1"/>
            </p:cNvSpPr>
            <p:nvPr/>
          </p:nvSpPr>
          <p:spPr bwMode="auto">
            <a:xfrm>
              <a:off x="5422" y="7308"/>
              <a:ext cx="2479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ACTION</a:t>
              </a:r>
            </a:p>
            <a:p>
              <a:endParaRPr lang="en-US"/>
            </a:p>
          </p:txBody>
        </p:sp>
        <p:sp>
          <p:nvSpPr>
            <p:cNvPr id="510987" name="Rectangle 11"/>
            <p:cNvSpPr>
              <a:spLocks noChangeArrowheads="1"/>
            </p:cNvSpPr>
            <p:nvPr/>
          </p:nvSpPr>
          <p:spPr bwMode="auto">
            <a:xfrm>
              <a:off x="5422" y="7036"/>
              <a:ext cx="2479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CLIENT_MSG_ID</a:t>
              </a:r>
            </a:p>
            <a:p>
              <a:endParaRPr lang="en-US"/>
            </a:p>
          </p:txBody>
        </p:sp>
        <p:sp>
          <p:nvSpPr>
            <p:cNvPr id="510988" name="Rectangle 12"/>
            <p:cNvSpPr>
              <a:spLocks noChangeArrowheads="1"/>
            </p:cNvSpPr>
            <p:nvPr/>
          </p:nvSpPr>
          <p:spPr bwMode="auto">
            <a:xfrm>
              <a:off x="5422" y="6765"/>
              <a:ext cx="2479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MODEL_ID</a:t>
              </a:r>
              <a:endParaRPr lang="en-US"/>
            </a:p>
          </p:txBody>
        </p:sp>
        <p:sp>
          <p:nvSpPr>
            <p:cNvPr id="510989" name="Rectangle 13"/>
            <p:cNvSpPr>
              <a:spLocks noChangeArrowheads="1"/>
            </p:cNvSpPr>
            <p:nvPr/>
          </p:nvSpPr>
          <p:spPr bwMode="auto">
            <a:xfrm>
              <a:off x="5422" y="6223"/>
              <a:ext cx="2479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 u="sng">
                  <a:solidFill>
                    <a:srgbClr val="000000"/>
                  </a:solidFill>
                </a:rPr>
                <a:t>INTERNAL_MSG_ID</a:t>
              </a:r>
              <a:endParaRPr lang="en-US"/>
            </a:p>
          </p:txBody>
        </p:sp>
        <p:sp>
          <p:nvSpPr>
            <p:cNvPr id="510990" name="Rectangle 14"/>
            <p:cNvSpPr>
              <a:spLocks noChangeArrowheads="1"/>
            </p:cNvSpPr>
            <p:nvPr/>
          </p:nvSpPr>
          <p:spPr bwMode="auto">
            <a:xfrm>
              <a:off x="4717" y="6223"/>
              <a:ext cx="705" cy="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PK</a:t>
              </a:r>
              <a:endParaRPr lang="en-US"/>
            </a:p>
          </p:txBody>
        </p:sp>
        <p:sp>
          <p:nvSpPr>
            <p:cNvPr id="510991" name="Rectangle 15"/>
            <p:cNvSpPr>
              <a:spLocks noChangeArrowheads="1"/>
            </p:cNvSpPr>
            <p:nvPr/>
          </p:nvSpPr>
          <p:spPr bwMode="auto">
            <a:xfrm>
              <a:off x="4717" y="5951"/>
              <a:ext cx="3184" cy="272"/>
            </a:xfrm>
            <a:prstGeom prst="rect">
              <a:avLst/>
            </a:prstGeom>
            <a:solidFill>
              <a:srgbClr val="DBDBD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700">
                  <a:solidFill>
                    <a:srgbClr val="000000"/>
                  </a:solidFill>
                </a:rPr>
                <a:t>CONF_MESSAGES</a:t>
              </a:r>
              <a:endParaRPr lang="en-US"/>
            </a:p>
          </p:txBody>
        </p:sp>
        <p:sp>
          <p:nvSpPr>
            <p:cNvPr id="510992" name="Line 16"/>
            <p:cNvSpPr>
              <a:spLocks noChangeShapeType="1"/>
            </p:cNvSpPr>
            <p:nvPr/>
          </p:nvSpPr>
          <p:spPr bwMode="auto">
            <a:xfrm>
              <a:off x="4717" y="5951"/>
              <a:ext cx="318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3" name="Line 17"/>
            <p:cNvSpPr>
              <a:spLocks noChangeShapeType="1"/>
            </p:cNvSpPr>
            <p:nvPr/>
          </p:nvSpPr>
          <p:spPr bwMode="auto">
            <a:xfrm>
              <a:off x="4717" y="8110"/>
              <a:ext cx="318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4" name="Line 18"/>
            <p:cNvSpPr>
              <a:spLocks noChangeShapeType="1"/>
            </p:cNvSpPr>
            <p:nvPr/>
          </p:nvSpPr>
          <p:spPr bwMode="auto">
            <a:xfrm>
              <a:off x="4716" y="5977"/>
              <a:ext cx="1" cy="213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5" name="Line 19"/>
            <p:cNvSpPr>
              <a:spLocks noChangeShapeType="1"/>
            </p:cNvSpPr>
            <p:nvPr/>
          </p:nvSpPr>
          <p:spPr bwMode="auto">
            <a:xfrm flipH="1">
              <a:off x="7891" y="5951"/>
              <a:ext cx="10" cy="213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6" name="Line 20"/>
            <p:cNvSpPr>
              <a:spLocks noChangeShapeType="1"/>
            </p:cNvSpPr>
            <p:nvPr/>
          </p:nvSpPr>
          <p:spPr bwMode="auto">
            <a:xfrm>
              <a:off x="4717" y="6223"/>
              <a:ext cx="318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7" name="Line 21"/>
            <p:cNvSpPr>
              <a:spLocks noChangeShapeType="1"/>
            </p:cNvSpPr>
            <p:nvPr/>
          </p:nvSpPr>
          <p:spPr bwMode="auto">
            <a:xfrm>
              <a:off x="5436" y="6493"/>
              <a:ext cx="2465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8" name="Line 22"/>
            <p:cNvSpPr>
              <a:spLocks noChangeShapeType="1"/>
            </p:cNvSpPr>
            <p:nvPr/>
          </p:nvSpPr>
          <p:spPr bwMode="auto">
            <a:xfrm>
              <a:off x="5435" y="6239"/>
              <a:ext cx="1" cy="187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0999" name="Line 23"/>
            <p:cNvSpPr>
              <a:spLocks noChangeShapeType="1"/>
            </p:cNvSpPr>
            <p:nvPr/>
          </p:nvSpPr>
          <p:spPr bwMode="auto">
            <a:xfrm>
              <a:off x="5422" y="7036"/>
              <a:ext cx="2479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00" name="Line 24"/>
            <p:cNvSpPr>
              <a:spLocks noChangeShapeType="1"/>
            </p:cNvSpPr>
            <p:nvPr/>
          </p:nvSpPr>
          <p:spPr bwMode="auto">
            <a:xfrm>
              <a:off x="5422" y="7308"/>
              <a:ext cx="2479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01" name="Line 25"/>
            <p:cNvSpPr>
              <a:spLocks noChangeShapeType="1"/>
            </p:cNvSpPr>
            <p:nvPr/>
          </p:nvSpPr>
          <p:spPr bwMode="auto">
            <a:xfrm>
              <a:off x="5422" y="7580"/>
              <a:ext cx="2479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02" name="Line 26"/>
            <p:cNvSpPr>
              <a:spLocks noChangeShapeType="1"/>
            </p:cNvSpPr>
            <p:nvPr/>
          </p:nvSpPr>
          <p:spPr bwMode="auto">
            <a:xfrm>
              <a:off x="5422" y="7850"/>
              <a:ext cx="2479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03" name="Line 27"/>
            <p:cNvSpPr>
              <a:spLocks noChangeShapeType="1"/>
            </p:cNvSpPr>
            <p:nvPr/>
          </p:nvSpPr>
          <p:spPr bwMode="auto">
            <a:xfrm>
              <a:off x="4717" y="6765"/>
              <a:ext cx="70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04" name="Line 28"/>
            <p:cNvSpPr>
              <a:spLocks noChangeShapeType="1"/>
            </p:cNvSpPr>
            <p:nvPr/>
          </p:nvSpPr>
          <p:spPr bwMode="auto">
            <a:xfrm>
              <a:off x="5422" y="6765"/>
              <a:ext cx="247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05" name="Rectangle 29"/>
            <p:cNvSpPr>
              <a:spLocks noChangeArrowheads="1"/>
            </p:cNvSpPr>
            <p:nvPr/>
          </p:nvSpPr>
          <p:spPr bwMode="auto">
            <a:xfrm>
              <a:off x="5436" y="4687"/>
              <a:ext cx="2134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END_DATE</a:t>
              </a:r>
              <a:endParaRPr lang="en-US"/>
            </a:p>
          </p:txBody>
        </p:sp>
        <p:sp>
          <p:nvSpPr>
            <p:cNvPr id="511006" name="Rectangle 30"/>
            <p:cNvSpPr>
              <a:spLocks noChangeArrowheads="1"/>
            </p:cNvSpPr>
            <p:nvPr/>
          </p:nvSpPr>
          <p:spPr bwMode="auto">
            <a:xfrm>
              <a:off x="5436" y="4401"/>
              <a:ext cx="2135" cy="29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START_DATE</a:t>
              </a:r>
              <a:endParaRPr lang="en-US"/>
            </a:p>
          </p:txBody>
        </p:sp>
        <p:sp>
          <p:nvSpPr>
            <p:cNvPr id="511007" name="Rectangle 31"/>
            <p:cNvSpPr>
              <a:spLocks noChangeArrowheads="1"/>
            </p:cNvSpPr>
            <p:nvPr/>
          </p:nvSpPr>
          <p:spPr bwMode="auto">
            <a:xfrm>
              <a:off x="5426" y="3571"/>
              <a:ext cx="2144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SCHEMA_IN_FILE</a:t>
              </a:r>
              <a:endParaRPr lang="en-US"/>
            </a:p>
          </p:txBody>
        </p:sp>
        <p:sp>
          <p:nvSpPr>
            <p:cNvPr id="511008" name="Rectangle 32"/>
            <p:cNvSpPr>
              <a:spLocks noChangeArrowheads="1"/>
            </p:cNvSpPr>
            <p:nvPr/>
          </p:nvSpPr>
          <p:spPr bwMode="auto">
            <a:xfrm>
              <a:off x="5426" y="4130"/>
              <a:ext cx="2144" cy="28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TRANSFORM_OUT_FILE</a:t>
              </a:r>
            </a:p>
            <a:p>
              <a:endParaRPr lang="en-US"/>
            </a:p>
          </p:txBody>
        </p:sp>
        <p:sp>
          <p:nvSpPr>
            <p:cNvPr id="511009" name="Rectangle 33"/>
            <p:cNvSpPr>
              <a:spLocks noChangeArrowheads="1"/>
            </p:cNvSpPr>
            <p:nvPr/>
          </p:nvSpPr>
          <p:spPr bwMode="auto">
            <a:xfrm>
              <a:off x="5436" y="3846"/>
              <a:ext cx="2134" cy="29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TRANSFORM_IN_FILE</a:t>
              </a:r>
            </a:p>
            <a:p>
              <a:endParaRPr lang="en-US"/>
            </a:p>
          </p:txBody>
        </p:sp>
        <p:sp>
          <p:nvSpPr>
            <p:cNvPr id="511010" name="Rectangle 34"/>
            <p:cNvSpPr>
              <a:spLocks noChangeArrowheads="1"/>
            </p:cNvSpPr>
            <p:nvPr/>
          </p:nvSpPr>
          <p:spPr bwMode="auto">
            <a:xfrm>
              <a:off x="5421" y="2993"/>
              <a:ext cx="2144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MODEL_ID</a:t>
              </a:r>
              <a:endParaRPr lang="en-US"/>
            </a:p>
          </p:txBody>
        </p:sp>
        <p:sp>
          <p:nvSpPr>
            <p:cNvPr id="511011" name="Rectangle 35"/>
            <p:cNvSpPr>
              <a:spLocks noChangeArrowheads="1"/>
            </p:cNvSpPr>
            <p:nvPr/>
          </p:nvSpPr>
          <p:spPr bwMode="auto">
            <a:xfrm>
              <a:off x="4717" y="2993"/>
              <a:ext cx="704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PK</a:t>
              </a:r>
              <a:endParaRPr lang="en-US"/>
            </a:p>
          </p:txBody>
        </p:sp>
        <p:sp>
          <p:nvSpPr>
            <p:cNvPr id="511012" name="Rectangle 36"/>
            <p:cNvSpPr>
              <a:spLocks noChangeArrowheads="1"/>
            </p:cNvSpPr>
            <p:nvPr/>
          </p:nvSpPr>
          <p:spPr bwMode="auto">
            <a:xfrm>
              <a:off x="4717" y="2705"/>
              <a:ext cx="2848" cy="288"/>
            </a:xfrm>
            <a:prstGeom prst="rect">
              <a:avLst/>
            </a:prstGeom>
            <a:solidFill>
              <a:srgbClr val="DBDBDB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lang="en-US" sz="700">
                  <a:solidFill>
                    <a:srgbClr val="000000"/>
                  </a:solidFill>
                </a:rPr>
                <a:t>CONF_MODEL</a:t>
              </a:r>
              <a:endParaRPr lang="en-US"/>
            </a:p>
          </p:txBody>
        </p:sp>
        <p:sp>
          <p:nvSpPr>
            <p:cNvPr id="511013" name="Line 37"/>
            <p:cNvSpPr>
              <a:spLocks noChangeShapeType="1"/>
            </p:cNvSpPr>
            <p:nvPr/>
          </p:nvSpPr>
          <p:spPr bwMode="auto">
            <a:xfrm>
              <a:off x="4717" y="2705"/>
              <a:ext cx="284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14" name="Line 38"/>
            <p:cNvSpPr>
              <a:spLocks noChangeShapeType="1"/>
            </p:cNvSpPr>
            <p:nvPr/>
          </p:nvSpPr>
          <p:spPr bwMode="auto">
            <a:xfrm>
              <a:off x="4726" y="4971"/>
              <a:ext cx="2848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15" name="Line 39"/>
            <p:cNvSpPr>
              <a:spLocks noChangeShapeType="1"/>
            </p:cNvSpPr>
            <p:nvPr/>
          </p:nvSpPr>
          <p:spPr bwMode="auto">
            <a:xfrm>
              <a:off x="4717" y="2705"/>
              <a:ext cx="1" cy="226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16" name="Line 40"/>
            <p:cNvSpPr>
              <a:spLocks noChangeShapeType="1"/>
            </p:cNvSpPr>
            <p:nvPr/>
          </p:nvSpPr>
          <p:spPr bwMode="auto">
            <a:xfrm flipH="1">
              <a:off x="7556" y="2705"/>
              <a:ext cx="9" cy="226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17" name="Line 41"/>
            <p:cNvSpPr>
              <a:spLocks noChangeShapeType="1"/>
            </p:cNvSpPr>
            <p:nvPr/>
          </p:nvSpPr>
          <p:spPr bwMode="auto">
            <a:xfrm>
              <a:off x="4717" y="2993"/>
              <a:ext cx="284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18" name="Line 42"/>
            <p:cNvSpPr>
              <a:spLocks noChangeShapeType="1"/>
            </p:cNvSpPr>
            <p:nvPr/>
          </p:nvSpPr>
          <p:spPr bwMode="auto">
            <a:xfrm>
              <a:off x="4717" y="3283"/>
              <a:ext cx="284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19" name="Line 43"/>
            <p:cNvSpPr>
              <a:spLocks noChangeShapeType="1"/>
            </p:cNvSpPr>
            <p:nvPr/>
          </p:nvSpPr>
          <p:spPr bwMode="auto">
            <a:xfrm flipH="1">
              <a:off x="5427" y="2711"/>
              <a:ext cx="9" cy="226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pSp>
          <p:nvGrpSpPr>
            <p:cNvPr id="511020" name="Group 44"/>
            <p:cNvGrpSpPr>
              <a:grpSpLocks/>
            </p:cNvGrpSpPr>
            <p:nvPr/>
          </p:nvGrpSpPr>
          <p:grpSpPr bwMode="auto">
            <a:xfrm>
              <a:off x="9036" y="2785"/>
              <a:ext cx="3665" cy="1627"/>
              <a:chOff x="2472" y="2976"/>
              <a:chExt cx="1723" cy="1038"/>
            </a:xfrm>
          </p:grpSpPr>
          <p:sp>
            <p:nvSpPr>
              <p:cNvPr id="511021" name="Rectangle 45"/>
              <p:cNvSpPr>
                <a:spLocks noChangeArrowheads="1"/>
              </p:cNvSpPr>
              <p:nvPr/>
            </p:nvSpPr>
            <p:spPr bwMode="auto">
              <a:xfrm>
                <a:off x="2724" y="3322"/>
                <a:ext cx="147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ITEM_DESCRIPTION</a:t>
                </a:r>
                <a:endParaRPr lang="en-US"/>
              </a:p>
            </p:txBody>
          </p:sp>
          <p:sp>
            <p:nvSpPr>
              <p:cNvPr id="511022" name="Rectangle 46"/>
              <p:cNvSpPr>
                <a:spLocks noChangeArrowheads="1"/>
              </p:cNvSpPr>
              <p:nvPr/>
            </p:nvSpPr>
            <p:spPr bwMode="auto">
              <a:xfrm>
                <a:off x="2472" y="3322"/>
                <a:ext cx="252" cy="6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23" name="Rectangle 47"/>
              <p:cNvSpPr>
                <a:spLocks noChangeArrowheads="1"/>
              </p:cNvSpPr>
              <p:nvPr/>
            </p:nvSpPr>
            <p:spPr bwMode="auto">
              <a:xfrm>
                <a:off x="2724" y="3841"/>
                <a:ext cx="147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CURRENT_ID</a:t>
                </a:r>
                <a:endParaRPr lang="en-US"/>
              </a:p>
            </p:txBody>
          </p:sp>
          <p:sp>
            <p:nvSpPr>
              <p:cNvPr id="511024" name="Rectangle 48"/>
              <p:cNvSpPr>
                <a:spLocks noChangeArrowheads="1"/>
              </p:cNvSpPr>
              <p:nvPr/>
            </p:nvSpPr>
            <p:spPr bwMode="auto">
              <a:xfrm>
                <a:off x="2724" y="3668"/>
                <a:ext cx="147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END_RANGE_ID</a:t>
                </a:r>
                <a:endParaRPr lang="en-US"/>
              </a:p>
            </p:txBody>
          </p:sp>
          <p:sp>
            <p:nvSpPr>
              <p:cNvPr id="511025" name="Rectangle 49"/>
              <p:cNvSpPr>
                <a:spLocks noChangeArrowheads="1"/>
              </p:cNvSpPr>
              <p:nvPr/>
            </p:nvSpPr>
            <p:spPr bwMode="auto">
              <a:xfrm>
                <a:off x="2724" y="3495"/>
                <a:ext cx="147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START_RANGE_ID</a:t>
                </a:r>
                <a:endParaRPr lang="en-US"/>
              </a:p>
            </p:txBody>
          </p:sp>
          <p:sp>
            <p:nvSpPr>
              <p:cNvPr id="511026" name="Rectangle 50"/>
              <p:cNvSpPr>
                <a:spLocks noChangeArrowheads="1"/>
              </p:cNvSpPr>
              <p:nvPr/>
            </p:nvSpPr>
            <p:spPr bwMode="auto">
              <a:xfrm>
                <a:off x="2724" y="3149"/>
                <a:ext cx="147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 b="1" u="sng">
                    <a:solidFill>
                      <a:srgbClr val="000000"/>
                    </a:solidFill>
                  </a:rPr>
                  <a:t>ITEM_TYPE</a:t>
                </a:r>
                <a:endParaRPr lang="en-US"/>
              </a:p>
            </p:txBody>
          </p:sp>
          <p:sp>
            <p:nvSpPr>
              <p:cNvPr id="511027" name="Rectangle 51"/>
              <p:cNvSpPr>
                <a:spLocks noChangeArrowheads="1"/>
              </p:cNvSpPr>
              <p:nvPr/>
            </p:nvSpPr>
            <p:spPr bwMode="auto">
              <a:xfrm>
                <a:off x="2472" y="3149"/>
                <a:ext cx="25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 b="1">
                    <a:solidFill>
                      <a:srgbClr val="000000"/>
                    </a:solidFill>
                  </a:rPr>
                  <a:t>PK</a:t>
                </a:r>
                <a:endParaRPr lang="en-US"/>
              </a:p>
            </p:txBody>
          </p:sp>
          <p:sp>
            <p:nvSpPr>
              <p:cNvPr id="511028" name="Rectangle 52"/>
              <p:cNvSpPr>
                <a:spLocks noChangeArrowheads="1"/>
              </p:cNvSpPr>
              <p:nvPr/>
            </p:nvSpPr>
            <p:spPr bwMode="auto">
              <a:xfrm>
                <a:off x="2472" y="2976"/>
                <a:ext cx="1723" cy="173"/>
              </a:xfrm>
              <a:prstGeom prst="rect">
                <a:avLst/>
              </a:prstGeom>
              <a:solidFill>
                <a:srgbClr val="DBDBDB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lang="en-US" sz="700">
                    <a:solidFill>
                      <a:srgbClr val="000000"/>
                    </a:solidFill>
                  </a:rPr>
                  <a:t>CONF_ID_RANGE</a:t>
                </a:r>
                <a:endParaRPr lang="en-US"/>
              </a:p>
            </p:txBody>
          </p:sp>
          <p:sp>
            <p:nvSpPr>
              <p:cNvPr id="511029" name="Line 53"/>
              <p:cNvSpPr>
                <a:spLocks noChangeShapeType="1"/>
              </p:cNvSpPr>
              <p:nvPr/>
            </p:nvSpPr>
            <p:spPr bwMode="auto">
              <a:xfrm>
                <a:off x="2472" y="2976"/>
                <a:ext cx="172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0" name="Line 54"/>
              <p:cNvSpPr>
                <a:spLocks noChangeShapeType="1"/>
              </p:cNvSpPr>
              <p:nvPr/>
            </p:nvSpPr>
            <p:spPr bwMode="auto">
              <a:xfrm>
                <a:off x="2472" y="4014"/>
                <a:ext cx="172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1" name="Line 55"/>
              <p:cNvSpPr>
                <a:spLocks noChangeShapeType="1"/>
              </p:cNvSpPr>
              <p:nvPr/>
            </p:nvSpPr>
            <p:spPr bwMode="auto">
              <a:xfrm>
                <a:off x="2472" y="2976"/>
                <a:ext cx="0" cy="103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2" name="Line 56"/>
              <p:cNvSpPr>
                <a:spLocks noChangeShapeType="1"/>
              </p:cNvSpPr>
              <p:nvPr/>
            </p:nvSpPr>
            <p:spPr bwMode="auto">
              <a:xfrm>
                <a:off x="4195" y="2976"/>
                <a:ext cx="0" cy="103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3" name="Line 57"/>
              <p:cNvSpPr>
                <a:spLocks noChangeShapeType="1"/>
              </p:cNvSpPr>
              <p:nvPr/>
            </p:nvSpPr>
            <p:spPr bwMode="auto">
              <a:xfrm>
                <a:off x="2472" y="3149"/>
                <a:ext cx="172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4" name="Line 58"/>
              <p:cNvSpPr>
                <a:spLocks noChangeShapeType="1"/>
              </p:cNvSpPr>
              <p:nvPr/>
            </p:nvSpPr>
            <p:spPr bwMode="auto">
              <a:xfrm>
                <a:off x="2472" y="3322"/>
                <a:ext cx="172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5" name="Line 59"/>
              <p:cNvSpPr>
                <a:spLocks noChangeShapeType="1"/>
              </p:cNvSpPr>
              <p:nvPr/>
            </p:nvSpPr>
            <p:spPr bwMode="auto">
              <a:xfrm>
                <a:off x="2724" y="3149"/>
                <a:ext cx="0" cy="86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6" name="Line 60"/>
              <p:cNvSpPr>
                <a:spLocks noChangeShapeType="1"/>
              </p:cNvSpPr>
              <p:nvPr/>
            </p:nvSpPr>
            <p:spPr bwMode="auto">
              <a:xfrm>
                <a:off x="2724" y="3668"/>
                <a:ext cx="1471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7" name="Line 61"/>
              <p:cNvSpPr>
                <a:spLocks noChangeShapeType="1"/>
              </p:cNvSpPr>
              <p:nvPr/>
            </p:nvSpPr>
            <p:spPr bwMode="auto">
              <a:xfrm>
                <a:off x="2724" y="3841"/>
                <a:ext cx="1471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38" name="Line 62"/>
              <p:cNvSpPr>
                <a:spLocks noChangeShapeType="1"/>
              </p:cNvSpPr>
              <p:nvPr/>
            </p:nvSpPr>
            <p:spPr bwMode="auto">
              <a:xfrm>
                <a:off x="2724" y="3495"/>
                <a:ext cx="147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511039" name="Group 63"/>
            <p:cNvGrpSpPr>
              <a:grpSpLocks/>
            </p:cNvGrpSpPr>
            <p:nvPr/>
          </p:nvGrpSpPr>
          <p:grpSpPr bwMode="auto">
            <a:xfrm>
              <a:off x="9036" y="4765"/>
              <a:ext cx="3476" cy="1357"/>
              <a:chOff x="2517" y="1570"/>
              <a:chExt cx="1633" cy="865"/>
            </a:xfrm>
          </p:grpSpPr>
          <p:sp>
            <p:nvSpPr>
              <p:cNvPr id="511040" name="Rectangle 64"/>
              <p:cNvSpPr>
                <a:spLocks noChangeArrowheads="1"/>
              </p:cNvSpPr>
              <p:nvPr/>
            </p:nvSpPr>
            <p:spPr bwMode="auto">
              <a:xfrm>
                <a:off x="3061" y="1916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CLIENT_MSG_ID</a:t>
                </a:r>
                <a:endParaRPr lang="en-US"/>
              </a:p>
            </p:txBody>
          </p:sp>
          <p:sp>
            <p:nvSpPr>
              <p:cNvPr id="511041" name="Rectangle 65"/>
              <p:cNvSpPr>
                <a:spLocks noChangeArrowheads="1"/>
              </p:cNvSpPr>
              <p:nvPr/>
            </p:nvSpPr>
            <p:spPr bwMode="auto">
              <a:xfrm>
                <a:off x="2517" y="1916"/>
                <a:ext cx="544" cy="5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42" name="Rectangle 66"/>
              <p:cNvSpPr>
                <a:spLocks noChangeArrowheads="1"/>
              </p:cNvSpPr>
              <p:nvPr/>
            </p:nvSpPr>
            <p:spPr bwMode="auto">
              <a:xfrm>
                <a:off x="3061" y="2262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ITEM_TYPE</a:t>
                </a:r>
                <a:endParaRPr lang="en-US"/>
              </a:p>
            </p:txBody>
          </p:sp>
          <p:sp>
            <p:nvSpPr>
              <p:cNvPr id="511043" name="Rectangle 67"/>
              <p:cNvSpPr>
                <a:spLocks noChangeArrowheads="1"/>
              </p:cNvSpPr>
              <p:nvPr/>
            </p:nvSpPr>
            <p:spPr bwMode="auto">
              <a:xfrm>
                <a:off x="3061" y="2089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ITEM_ID</a:t>
                </a:r>
                <a:endParaRPr lang="en-US"/>
              </a:p>
            </p:txBody>
          </p:sp>
          <p:sp>
            <p:nvSpPr>
              <p:cNvPr id="511044" name="Rectangle 68"/>
              <p:cNvSpPr>
                <a:spLocks noChangeArrowheads="1"/>
              </p:cNvSpPr>
              <p:nvPr/>
            </p:nvSpPr>
            <p:spPr bwMode="auto">
              <a:xfrm>
                <a:off x="3061" y="1743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 b="1" u="sng">
                    <a:solidFill>
                      <a:srgbClr val="000000"/>
                    </a:solidFill>
                  </a:rPr>
                  <a:t>INTERNAL_MSG_ID</a:t>
                </a:r>
                <a:endParaRPr lang="en-US"/>
              </a:p>
            </p:txBody>
          </p:sp>
          <p:sp>
            <p:nvSpPr>
              <p:cNvPr id="511045" name="Rectangle 69"/>
              <p:cNvSpPr>
                <a:spLocks noChangeArrowheads="1"/>
              </p:cNvSpPr>
              <p:nvPr/>
            </p:nvSpPr>
            <p:spPr bwMode="auto">
              <a:xfrm>
                <a:off x="2517" y="1743"/>
                <a:ext cx="54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 b="1">
                    <a:solidFill>
                      <a:srgbClr val="000000"/>
                    </a:solidFill>
                  </a:rPr>
                  <a:t>FK1</a:t>
                </a:r>
                <a:endParaRPr lang="en-US"/>
              </a:p>
            </p:txBody>
          </p:sp>
          <p:sp>
            <p:nvSpPr>
              <p:cNvPr id="511046" name="Rectangle 70"/>
              <p:cNvSpPr>
                <a:spLocks noChangeArrowheads="1"/>
              </p:cNvSpPr>
              <p:nvPr/>
            </p:nvSpPr>
            <p:spPr bwMode="auto">
              <a:xfrm>
                <a:off x="2517" y="1570"/>
                <a:ext cx="1633" cy="173"/>
              </a:xfrm>
              <a:prstGeom prst="rect">
                <a:avLst/>
              </a:prstGeom>
              <a:solidFill>
                <a:srgbClr val="DBDBDB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lang="en-US" sz="700">
                    <a:solidFill>
                      <a:srgbClr val="000000"/>
                    </a:solidFill>
                  </a:rPr>
                  <a:t>CONF_MESSAGE_IDS</a:t>
                </a:r>
                <a:endParaRPr lang="en-US"/>
              </a:p>
            </p:txBody>
          </p:sp>
          <p:sp>
            <p:nvSpPr>
              <p:cNvPr id="511047" name="Line 71"/>
              <p:cNvSpPr>
                <a:spLocks noChangeShapeType="1"/>
              </p:cNvSpPr>
              <p:nvPr/>
            </p:nvSpPr>
            <p:spPr bwMode="auto">
              <a:xfrm>
                <a:off x="2517" y="1570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48" name="Line 72"/>
              <p:cNvSpPr>
                <a:spLocks noChangeShapeType="1"/>
              </p:cNvSpPr>
              <p:nvPr/>
            </p:nvSpPr>
            <p:spPr bwMode="auto">
              <a:xfrm>
                <a:off x="2517" y="2435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49" name="Line 73"/>
              <p:cNvSpPr>
                <a:spLocks noChangeShapeType="1"/>
              </p:cNvSpPr>
              <p:nvPr/>
            </p:nvSpPr>
            <p:spPr bwMode="auto">
              <a:xfrm>
                <a:off x="2517" y="1570"/>
                <a:ext cx="0" cy="86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50" name="Line 74"/>
              <p:cNvSpPr>
                <a:spLocks noChangeShapeType="1"/>
              </p:cNvSpPr>
              <p:nvPr/>
            </p:nvSpPr>
            <p:spPr bwMode="auto">
              <a:xfrm>
                <a:off x="4150" y="1570"/>
                <a:ext cx="0" cy="86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51" name="Line 75"/>
              <p:cNvSpPr>
                <a:spLocks noChangeShapeType="1"/>
              </p:cNvSpPr>
              <p:nvPr/>
            </p:nvSpPr>
            <p:spPr bwMode="auto">
              <a:xfrm>
                <a:off x="2517" y="1743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52" name="Line 76"/>
              <p:cNvSpPr>
                <a:spLocks noChangeShapeType="1"/>
              </p:cNvSpPr>
              <p:nvPr/>
            </p:nvSpPr>
            <p:spPr bwMode="auto">
              <a:xfrm>
                <a:off x="2517" y="1916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53" name="Line 77"/>
              <p:cNvSpPr>
                <a:spLocks noChangeShapeType="1"/>
              </p:cNvSpPr>
              <p:nvPr/>
            </p:nvSpPr>
            <p:spPr bwMode="auto">
              <a:xfrm>
                <a:off x="3061" y="1743"/>
                <a:ext cx="0" cy="692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54" name="Line 78"/>
              <p:cNvSpPr>
                <a:spLocks noChangeShapeType="1"/>
              </p:cNvSpPr>
              <p:nvPr/>
            </p:nvSpPr>
            <p:spPr bwMode="auto">
              <a:xfrm>
                <a:off x="3061" y="2262"/>
                <a:ext cx="1089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55" name="Line 79"/>
              <p:cNvSpPr>
                <a:spLocks noChangeShapeType="1"/>
              </p:cNvSpPr>
              <p:nvPr/>
            </p:nvSpPr>
            <p:spPr bwMode="auto">
              <a:xfrm>
                <a:off x="3061" y="2089"/>
                <a:ext cx="108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11056" name="Line 80"/>
            <p:cNvSpPr>
              <a:spLocks noChangeShapeType="1"/>
            </p:cNvSpPr>
            <p:nvPr/>
          </p:nvSpPr>
          <p:spPr bwMode="auto">
            <a:xfrm flipV="1">
              <a:off x="8136" y="5485"/>
              <a:ext cx="720" cy="9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1057" name="Line 81"/>
            <p:cNvSpPr>
              <a:spLocks noChangeShapeType="1"/>
            </p:cNvSpPr>
            <p:nvPr/>
          </p:nvSpPr>
          <p:spPr bwMode="auto">
            <a:xfrm>
              <a:off x="8136" y="7105"/>
              <a:ext cx="72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1058" name="Line 82"/>
            <p:cNvSpPr>
              <a:spLocks noChangeShapeType="1"/>
            </p:cNvSpPr>
            <p:nvPr/>
          </p:nvSpPr>
          <p:spPr bwMode="auto">
            <a:xfrm>
              <a:off x="6156" y="5231"/>
              <a:ext cx="1" cy="4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1059" name="Rectangle 83"/>
            <p:cNvSpPr>
              <a:spLocks noChangeArrowheads="1"/>
            </p:cNvSpPr>
            <p:nvPr/>
          </p:nvSpPr>
          <p:spPr bwMode="auto">
            <a:xfrm>
              <a:off x="5426" y="3281"/>
              <a:ext cx="2144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>
                  <a:solidFill>
                    <a:srgbClr val="000000"/>
                  </a:solidFill>
                </a:rPr>
                <a:t>DESCRIPTION</a:t>
              </a:r>
              <a:endParaRPr lang="en-US"/>
            </a:p>
          </p:txBody>
        </p:sp>
        <p:sp>
          <p:nvSpPr>
            <p:cNvPr id="511060" name="Line 84"/>
            <p:cNvSpPr>
              <a:spLocks noChangeShapeType="1"/>
            </p:cNvSpPr>
            <p:nvPr/>
          </p:nvSpPr>
          <p:spPr bwMode="auto">
            <a:xfrm>
              <a:off x="4716" y="7031"/>
              <a:ext cx="70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11061" name="Rectangle 85"/>
            <p:cNvSpPr>
              <a:spLocks noChangeArrowheads="1"/>
            </p:cNvSpPr>
            <p:nvPr/>
          </p:nvSpPr>
          <p:spPr bwMode="auto">
            <a:xfrm>
              <a:off x="4711" y="7022"/>
              <a:ext cx="705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en-US" sz="700" b="1">
                  <a:solidFill>
                    <a:srgbClr val="000000"/>
                  </a:solidFill>
                </a:rPr>
                <a:t>IDX1</a:t>
              </a:r>
              <a:endParaRPr lang="en-US"/>
            </a:p>
          </p:txBody>
        </p:sp>
        <p:sp>
          <p:nvSpPr>
            <p:cNvPr id="511062" name="Line 86"/>
            <p:cNvSpPr>
              <a:spLocks noChangeShapeType="1"/>
            </p:cNvSpPr>
            <p:nvPr/>
          </p:nvSpPr>
          <p:spPr bwMode="auto">
            <a:xfrm>
              <a:off x="4728" y="7306"/>
              <a:ext cx="70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pSp>
          <p:nvGrpSpPr>
            <p:cNvPr id="511063" name="Group 87"/>
            <p:cNvGrpSpPr>
              <a:grpSpLocks/>
            </p:cNvGrpSpPr>
            <p:nvPr/>
          </p:nvGrpSpPr>
          <p:grpSpPr bwMode="auto">
            <a:xfrm>
              <a:off x="9036" y="6745"/>
              <a:ext cx="3476" cy="1357"/>
              <a:chOff x="2517" y="1570"/>
              <a:chExt cx="1633" cy="865"/>
            </a:xfrm>
          </p:grpSpPr>
          <p:sp>
            <p:nvSpPr>
              <p:cNvPr id="511064" name="Rectangle 88"/>
              <p:cNvSpPr>
                <a:spLocks noChangeArrowheads="1"/>
              </p:cNvSpPr>
              <p:nvPr/>
            </p:nvSpPr>
            <p:spPr bwMode="auto">
              <a:xfrm>
                <a:off x="3061" y="1916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PARAM_NAME</a:t>
                </a:r>
                <a:endParaRPr lang="en-US"/>
              </a:p>
            </p:txBody>
          </p:sp>
          <p:sp>
            <p:nvSpPr>
              <p:cNvPr id="511065" name="Rectangle 89"/>
              <p:cNvSpPr>
                <a:spLocks noChangeArrowheads="1"/>
              </p:cNvSpPr>
              <p:nvPr/>
            </p:nvSpPr>
            <p:spPr bwMode="auto">
              <a:xfrm>
                <a:off x="2517" y="1916"/>
                <a:ext cx="544" cy="5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66" name="Rectangle 90"/>
              <p:cNvSpPr>
                <a:spLocks noChangeArrowheads="1"/>
              </p:cNvSpPr>
              <p:nvPr/>
            </p:nvSpPr>
            <p:spPr bwMode="auto">
              <a:xfrm>
                <a:off x="3061" y="2262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INT_VALUE</a:t>
                </a:r>
                <a:endParaRPr lang="en-US"/>
              </a:p>
            </p:txBody>
          </p:sp>
          <p:sp>
            <p:nvSpPr>
              <p:cNvPr id="511067" name="Rectangle 91"/>
              <p:cNvSpPr>
                <a:spLocks noChangeArrowheads="1"/>
              </p:cNvSpPr>
              <p:nvPr/>
            </p:nvSpPr>
            <p:spPr bwMode="auto">
              <a:xfrm>
                <a:off x="3061" y="2089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>
                    <a:solidFill>
                      <a:srgbClr val="000000"/>
                    </a:solidFill>
                  </a:rPr>
                  <a:t>CHAR_VALUE</a:t>
                </a:r>
                <a:endParaRPr lang="en-US"/>
              </a:p>
            </p:txBody>
          </p:sp>
          <p:sp>
            <p:nvSpPr>
              <p:cNvPr id="511068" name="Rectangle 92"/>
              <p:cNvSpPr>
                <a:spLocks noChangeArrowheads="1"/>
              </p:cNvSpPr>
              <p:nvPr/>
            </p:nvSpPr>
            <p:spPr bwMode="auto">
              <a:xfrm>
                <a:off x="3061" y="1743"/>
                <a:ext cx="108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 b="1">
                    <a:solidFill>
                      <a:srgbClr val="000000"/>
                    </a:solidFill>
                  </a:rPr>
                  <a:t>CLIENT_MSG_ID</a:t>
                </a:r>
              </a:p>
              <a:p>
                <a:endParaRPr lang="en-US"/>
              </a:p>
            </p:txBody>
          </p:sp>
          <p:sp>
            <p:nvSpPr>
              <p:cNvPr id="511069" name="Rectangle 93"/>
              <p:cNvSpPr>
                <a:spLocks noChangeArrowheads="1"/>
              </p:cNvSpPr>
              <p:nvPr/>
            </p:nvSpPr>
            <p:spPr bwMode="auto">
              <a:xfrm>
                <a:off x="2517" y="1743"/>
                <a:ext cx="54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 sz="700" b="1">
                    <a:solidFill>
                      <a:srgbClr val="000000"/>
                    </a:solidFill>
                  </a:rPr>
                  <a:t>FK1</a:t>
                </a:r>
                <a:endParaRPr lang="en-US"/>
              </a:p>
            </p:txBody>
          </p:sp>
          <p:sp>
            <p:nvSpPr>
              <p:cNvPr id="511070" name="Rectangle 94"/>
              <p:cNvSpPr>
                <a:spLocks noChangeArrowheads="1"/>
              </p:cNvSpPr>
              <p:nvPr/>
            </p:nvSpPr>
            <p:spPr bwMode="auto">
              <a:xfrm>
                <a:off x="2517" y="1570"/>
                <a:ext cx="1633" cy="173"/>
              </a:xfrm>
              <a:prstGeom prst="rect">
                <a:avLst/>
              </a:prstGeom>
              <a:solidFill>
                <a:srgbClr val="DBDBDB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r>
                  <a:rPr lang="en-US" sz="700">
                    <a:solidFill>
                      <a:srgbClr val="000000"/>
                    </a:solidFill>
                  </a:rPr>
                  <a:t>CONF_CUSTOM_PARAM</a:t>
                </a:r>
                <a:endParaRPr lang="en-US"/>
              </a:p>
            </p:txBody>
          </p:sp>
          <p:sp>
            <p:nvSpPr>
              <p:cNvPr id="511071" name="Line 95"/>
              <p:cNvSpPr>
                <a:spLocks noChangeShapeType="1"/>
              </p:cNvSpPr>
              <p:nvPr/>
            </p:nvSpPr>
            <p:spPr bwMode="auto">
              <a:xfrm>
                <a:off x="2517" y="1570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2" name="Line 96"/>
              <p:cNvSpPr>
                <a:spLocks noChangeShapeType="1"/>
              </p:cNvSpPr>
              <p:nvPr/>
            </p:nvSpPr>
            <p:spPr bwMode="auto">
              <a:xfrm>
                <a:off x="2517" y="2435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3" name="Line 97"/>
              <p:cNvSpPr>
                <a:spLocks noChangeShapeType="1"/>
              </p:cNvSpPr>
              <p:nvPr/>
            </p:nvSpPr>
            <p:spPr bwMode="auto">
              <a:xfrm>
                <a:off x="2517" y="1570"/>
                <a:ext cx="0" cy="86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4" name="Line 98"/>
              <p:cNvSpPr>
                <a:spLocks noChangeShapeType="1"/>
              </p:cNvSpPr>
              <p:nvPr/>
            </p:nvSpPr>
            <p:spPr bwMode="auto">
              <a:xfrm>
                <a:off x="4150" y="1570"/>
                <a:ext cx="0" cy="865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5" name="Line 99"/>
              <p:cNvSpPr>
                <a:spLocks noChangeShapeType="1"/>
              </p:cNvSpPr>
              <p:nvPr/>
            </p:nvSpPr>
            <p:spPr bwMode="auto">
              <a:xfrm>
                <a:off x="2517" y="1743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6" name="Line 100"/>
              <p:cNvSpPr>
                <a:spLocks noChangeShapeType="1"/>
              </p:cNvSpPr>
              <p:nvPr/>
            </p:nvSpPr>
            <p:spPr bwMode="auto">
              <a:xfrm>
                <a:off x="2517" y="1916"/>
                <a:ext cx="1633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7" name="Line 101"/>
              <p:cNvSpPr>
                <a:spLocks noChangeShapeType="1"/>
              </p:cNvSpPr>
              <p:nvPr/>
            </p:nvSpPr>
            <p:spPr bwMode="auto">
              <a:xfrm>
                <a:off x="3061" y="1743"/>
                <a:ext cx="0" cy="692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8" name="Line 102"/>
              <p:cNvSpPr>
                <a:spLocks noChangeShapeType="1"/>
              </p:cNvSpPr>
              <p:nvPr/>
            </p:nvSpPr>
            <p:spPr bwMode="auto">
              <a:xfrm>
                <a:off x="3061" y="2262"/>
                <a:ext cx="1089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1079" name="Line 103"/>
              <p:cNvSpPr>
                <a:spLocks noChangeShapeType="1"/>
              </p:cNvSpPr>
              <p:nvPr/>
            </p:nvSpPr>
            <p:spPr bwMode="auto">
              <a:xfrm>
                <a:off x="3061" y="2089"/>
                <a:ext cx="108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74ACF-8450-4C47-A76E-60B38CC47BC5}" type="slidenum">
              <a:rPr lang="en-US"/>
              <a:pPr/>
              <a:t>18</a:t>
            </a:fld>
            <a:endParaRPr lang="en-US"/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– </a:t>
            </a:r>
            <a:r>
              <a:rPr lang="pt-BR" i="1"/>
              <a:t>Tabelas</a:t>
            </a:r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627938" cy="5026025"/>
          </a:xfrm>
        </p:spPr>
        <p:txBody>
          <a:bodyPr/>
          <a:lstStyle/>
          <a:p>
            <a:r>
              <a:rPr lang="pt-BR" sz="2000" b="1" i="1"/>
              <a:t>CONF_MESSAGES</a:t>
            </a:r>
            <a:r>
              <a:rPr lang="pt-BR" sz="2000"/>
              <a:t> </a:t>
            </a:r>
          </a:p>
          <a:p>
            <a:pPr>
              <a:buFont typeface="Symbol" pitchFamily="18" charset="2"/>
              <a:buChar char="·"/>
            </a:pPr>
            <a:r>
              <a:rPr lang="pt-BR" sz="2000"/>
              <a:t> Guarda as informações de todas as configurações que forem solicitadas para criação</a:t>
            </a:r>
          </a:p>
          <a:p>
            <a:pPr>
              <a:buFont typeface="Symbol" pitchFamily="18" charset="2"/>
              <a:buChar char="·"/>
            </a:pPr>
            <a:r>
              <a:rPr lang="pt-BR" sz="2000"/>
              <a:t> O identificador de cada configuração é representado pelo campo </a:t>
            </a:r>
            <a:r>
              <a:rPr lang="pt-BR" sz="2000" i="1"/>
              <a:t>client_msg_id</a:t>
            </a:r>
            <a:endParaRPr lang="pt-BR" sz="2000"/>
          </a:p>
        </p:txBody>
      </p:sp>
      <p:graphicFrame>
        <p:nvGraphicFramePr>
          <p:cNvPr id="523268" name="Group 4"/>
          <p:cNvGraphicFramePr>
            <a:graphicFrameLocks noGrp="1"/>
          </p:cNvGraphicFramePr>
          <p:nvPr>
            <p:ph sz="half" idx="2"/>
          </p:nvPr>
        </p:nvGraphicFramePr>
        <p:xfrm>
          <a:off x="665163" y="3079750"/>
          <a:ext cx="7367587" cy="2412557"/>
        </p:xfrm>
        <a:graphic>
          <a:graphicData uri="http://schemas.openxmlformats.org/drawingml/2006/table">
            <a:tbl>
              <a:tblPr/>
              <a:tblGrid>
                <a:gridCol w="1538287"/>
                <a:gridCol w="661988"/>
                <a:gridCol w="5167312"/>
              </a:tblGrid>
              <a:tr h="20796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INTERNAL_MSG_ID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interno da mensagem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COUNT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Número de vezes que a mensagem foi enviada para processamento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13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MODEL_ID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do modelo de configuração solicitado para criação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13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CLIENT_MSG_ID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enviado na chamada do Web Service.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0 – Create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 – Remove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0 – In progress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 – Success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2 – Error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TRANS_DATE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Data do processamento da mensagem 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RETURN_XML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Armazena XML da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configuração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gerada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.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Previne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reprocessamento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nos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casos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reenvio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mensagens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idênticas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.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3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3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3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3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3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84DFCD-9B23-4D64-8C29-6763DDC110D0}" type="slidenum">
              <a:rPr lang="en-US"/>
              <a:pPr/>
              <a:t>19</a:t>
            </a:fld>
            <a:endParaRPr lang="en-US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– </a:t>
            </a:r>
            <a:r>
              <a:rPr lang="pt-BR" i="1"/>
              <a:t>Tabelas – Cont.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994650" cy="4987925"/>
          </a:xfrm>
        </p:spPr>
        <p:txBody>
          <a:bodyPr/>
          <a:lstStyle/>
          <a:p>
            <a:r>
              <a:rPr lang="pt-BR" sz="2000" b="1" i="1"/>
              <a:t>CONF_MODEL </a:t>
            </a:r>
            <a:endParaRPr lang="pt-BR" sz="2000"/>
          </a:p>
          <a:p>
            <a:pPr>
              <a:buFont typeface="Symbol" pitchFamily="18" charset="2"/>
              <a:buChar char="·"/>
            </a:pPr>
            <a:r>
              <a:rPr lang="pt-BR" sz="2000"/>
              <a:t> Utilizada para armazenar as informações dos arquivos XSD e XSLT utilizados para validar e transformar as informações de configuração.</a:t>
            </a:r>
            <a:r>
              <a:rPr lang="en-US" sz="2000"/>
              <a:t> </a:t>
            </a:r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endParaRPr lang="en-US" sz="2000"/>
          </a:p>
          <a:p>
            <a:endParaRPr lang="pt-BR" sz="2000"/>
          </a:p>
          <a:p>
            <a:endParaRPr lang="pt-BR" sz="2000"/>
          </a:p>
        </p:txBody>
      </p:sp>
      <p:graphicFrame>
        <p:nvGraphicFramePr>
          <p:cNvPr id="525316" name="Group 4"/>
          <p:cNvGraphicFramePr>
            <a:graphicFrameLocks noGrp="1"/>
          </p:cNvGraphicFramePr>
          <p:nvPr>
            <p:ph sz="quarter" idx="2"/>
          </p:nvPr>
        </p:nvGraphicFramePr>
        <p:xfrm>
          <a:off x="774700" y="2503488"/>
          <a:ext cx="7608888" cy="1379858"/>
        </p:xfrm>
        <a:graphic>
          <a:graphicData uri="http://schemas.openxmlformats.org/drawingml/2006/table">
            <a:tbl>
              <a:tblPr/>
              <a:tblGrid>
                <a:gridCol w="1860550"/>
                <a:gridCol w="788988"/>
                <a:gridCol w="4959350"/>
              </a:tblGrid>
              <a:tr h="2016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MODEL_ID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Identificador do modelo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DESCRIPTION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 do modelo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SCHEMA_IN_FILE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Nome do arquivo XSD usado para validar o XML de entrada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TRANSFORM_IN_FILE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Nome do arquivo XSLT usado para o input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26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TRANSFORM_OUT_FILE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Nome do arquivo XSLT usado para o output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573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START_DATE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Data em que o modelo estará disponível para utilização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END_DATE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Data em que o modelo estará indisponível para utilização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5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5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5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FD5F8-0087-4AA4-A217-D5AB42327D13}" type="slidenum">
              <a:rPr lang="en-US"/>
              <a:pPr/>
              <a:t>20</a:t>
            </a:fld>
            <a:endParaRPr lang="en-US"/>
          </a:p>
        </p:txBody>
      </p: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– </a:t>
            </a:r>
            <a:r>
              <a:rPr lang="pt-BR" i="1"/>
              <a:t>Tabelas – Cont.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627938" cy="5026025"/>
          </a:xfrm>
        </p:spPr>
        <p:txBody>
          <a:bodyPr/>
          <a:lstStyle/>
          <a:p>
            <a:r>
              <a:rPr lang="pt-BR" sz="2000" b="1" i="1"/>
              <a:t>CONF_ID_RANGE </a:t>
            </a:r>
            <a:endParaRPr lang="pt-BR" sz="2000"/>
          </a:p>
          <a:p>
            <a:pPr>
              <a:buFont typeface="Symbol" pitchFamily="18" charset="2"/>
              <a:buChar char="·"/>
            </a:pPr>
            <a:r>
              <a:rPr lang="pt-BR" sz="2000"/>
              <a:t> Utilizada para controlar o </a:t>
            </a:r>
            <a:r>
              <a:rPr lang="pt-BR" sz="2000" i="1"/>
              <a:t>range</a:t>
            </a:r>
            <a:r>
              <a:rPr lang="pt-BR" sz="2000"/>
              <a:t> de identificadores que serão utilizados no processo de configuração</a:t>
            </a:r>
          </a:p>
        </p:txBody>
      </p:sp>
      <p:graphicFrame>
        <p:nvGraphicFramePr>
          <p:cNvPr id="527364" name="Group 4"/>
          <p:cNvGraphicFramePr>
            <a:graphicFrameLocks noGrp="1"/>
          </p:cNvGraphicFramePr>
          <p:nvPr>
            <p:ph sz="half" idx="2"/>
          </p:nvPr>
        </p:nvGraphicFramePr>
        <p:xfrm>
          <a:off x="779463" y="2411413"/>
          <a:ext cx="7616825" cy="3422714"/>
        </p:xfrm>
        <a:graphic>
          <a:graphicData uri="http://schemas.openxmlformats.org/drawingml/2006/table">
            <a:tbl>
              <a:tblPr/>
              <a:tblGrid>
                <a:gridCol w="1862137"/>
                <a:gridCol w="790575"/>
                <a:gridCol w="4964113"/>
              </a:tblGrid>
              <a:tr h="204152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ITEM_TYPE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0 – internal_msg id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 – Package (package_id)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2 – Component (component 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3 – Contract (contract_type)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4 – RC (element_id)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5 – UC (unit_cr_id)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6 – UC Plan (plan_id_credit)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7 – Discount (discount_id)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8 – Discount Plan (plan_id_discount)</a:t>
                      </a: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9 – Adjust (adj_trans_code)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10 – Rate Usage (seq_num)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11 – Description (description_code)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ITEM_DESCRIPTION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Descrição do item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573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START_RANGE_ID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Primeiro id do range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END_RANGE_ID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Ultimo id do range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CURRENT_ID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Ultimo id utilizado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7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7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7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FA21E-FB93-4E5F-8D10-256547B12136}" type="slidenum">
              <a:rPr lang="en-US"/>
              <a:pPr/>
              <a:t>21</a:t>
            </a:fld>
            <a:endParaRPr lang="en-US"/>
          </a:p>
        </p:txBody>
      </p:sp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-</a:t>
            </a:r>
            <a:r>
              <a:rPr lang="pt-BR" i="1"/>
              <a:t>Tabelas – Cont.</a:t>
            </a:r>
          </a:p>
        </p:txBody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 typeface="Symbol" pitchFamily="18" charset="2"/>
              <a:buChar char="·"/>
            </a:pPr>
            <a:r>
              <a:rPr lang="pt-BR"/>
              <a:t>Valores configurados na tabela CONF_ID_RANGE na base de Testes:</a:t>
            </a:r>
          </a:p>
        </p:txBody>
      </p:sp>
      <p:pic>
        <p:nvPicPr>
          <p:cNvPr id="5355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5875" y="2798763"/>
            <a:ext cx="6335713" cy="264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69295D-745C-4299-B5F7-A4DF1AA4D236}" type="slidenum">
              <a:rPr lang="en-US"/>
              <a:pPr/>
              <a:t>22</a:t>
            </a:fld>
            <a:endParaRPr lang="en-US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– </a:t>
            </a:r>
            <a:r>
              <a:rPr lang="pt-BR" i="1"/>
              <a:t>Tabelas – Cont.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994650" cy="4987925"/>
          </a:xfrm>
        </p:spPr>
        <p:txBody>
          <a:bodyPr/>
          <a:lstStyle/>
          <a:p>
            <a:r>
              <a:rPr lang="pt-BR" sz="2000" b="1" i="1"/>
              <a:t>CONF_MESSAGE_IDS </a:t>
            </a:r>
            <a:endParaRPr lang="pt-BR" sz="2000"/>
          </a:p>
          <a:p>
            <a:pPr>
              <a:buFont typeface="Symbol" pitchFamily="18" charset="2"/>
              <a:buChar char="·"/>
            </a:pPr>
            <a:r>
              <a:rPr lang="pt-BR" sz="2000"/>
              <a:t> Utilizada para controle dos ids criados para cada mensagem</a:t>
            </a:r>
            <a:r>
              <a:rPr lang="en-US" sz="2000"/>
              <a:t> </a:t>
            </a:r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endParaRPr lang="en-US" sz="2000"/>
          </a:p>
          <a:p>
            <a:endParaRPr lang="pt-BR" sz="2000"/>
          </a:p>
          <a:p>
            <a:endParaRPr lang="pt-BR" sz="2000"/>
          </a:p>
        </p:txBody>
      </p:sp>
      <p:graphicFrame>
        <p:nvGraphicFramePr>
          <p:cNvPr id="529412" name="Group 4"/>
          <p:cNvGraphicFramePr>
            <a:graphicFrameLocks noGrp="1"/>
          </p:cNvGraphicFramePr>
          <p:nvPr>
            <p:ph sz="quarter" idx="2"/>
          </p:nvPr>
        </p:nvGraphicFramePr>
        <p:xfrm>
          <a:off x="774700" y="2198688"/>
          <a:ext cx="7608888" cy="3208085"/>
        </p:xfrm>
        <a:graphic>
          <a:graphicData uri="http://schemas.openxmlformats.org/drawingml/2006/table">
            <a:tbl>
              <a:tblPr/>
              <a:tblGrid>
                <a:gridCol w="1860550"/>
                <a:gridCol w="788988"/>
                <a:gridCol w="4959350"/>
              </a:tblGrid>
              <a:tr h="2016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INTERNAL_MSG_ID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 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Identificador interno da mensagem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CLIENT_MSG_ID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Identificador enviado na chamada do Web Service.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ITEM_ID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Identificador do Item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ITEM_TYPE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0 – internal_msg id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 – Package (package_id)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2 – Component (component 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3 – Contract (contract_type)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4 – RC (element_id)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5 – UC (unit_cr_id)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6 – UC Plan (plan_id_credit)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7 – Discount (discount_id)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8 – Discount Plan (plan_id_discount)</a:t>
                      </a:r>
                      <a:endParaRPr kumimoji="0" lang="fr-F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9 – Adjust (adj_trans_code)</a:t>
                      </a: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10 – Rate Usage (seq_num)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11 – Description (description_code)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9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9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0CA1B4-B931-41AC-96A5-658F828D8AF9}" type="slidenum">
              <a:rPr lang="en-US"/>
              <a:pPr/>
              <a:t>23</a:t>
            </a:fld>
            <a:endParaRPr lang="en-US"/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– </a:t>
            </a:r>
            <a:r>
              <a:rPr lang="pt-BR" i="1"/>
              <a:t>Tabelas – Cont.</a:t>
            </a:r>
          </a:p>
        </p:txBody>
      </p:sp>
      <p:sp>
        <p:nvSpPr>
          <p:cNvPr id="531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994650" cy="4987925"/>
          </a:xfrm>
        </p:spPr>
        <p:txBody>
          <a:bodyPr/>
          <a:lstStyle/>
          <a:p>
            <a:r>
              <a:rPr lang="pt-BR" sz="2000" b="1" i="1"/>
              <a:t>CONF_CUSTOM_PARAM </a:t>
            </a:r>
            <a:endParaRPr lang="pt-BR" sz="2000"/>
          </a:p>
          <a:p>
            <a:pPr>
              <a:buFont typeface="Symbol" pitchFamily="18" charset="2"/>
              <a:buChar char="·"/>
            </a:pPr>
            <a:r>
              <a:rPr lang="pt-BR" sz="2000"/>
              <a:t> Utilizada para a transferência de informações entre a configuração Core e a Customizada</a:t>
            </a:r>
            <a:endParaRPr lang="en-US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endParaRPr lang="en-US" sz="2000"/>
          </a:p>
          <a:p>
            <a:endParaRPr lang="pt-BR" sz="2000"/>
          </a:p>
          <a:p>
            <a:endParaRPr lang="pt-BR" sz="2000"/>
          </a:p>
        </p:txBody>
      </p:sp>
      <p:graphicFrame>
        <p:nvGraphicFramePr>
          <p:cNvPr id="531460" name="Group 4"/>
          <p:cNvGraphicFramePr>
            <a:graphicFrameLocks noGrp="1"/>
          </p:cNvGraphicFramePr>
          <p:nvPr>
            <p:ph sz="quarter" idx="2"/>
          </p:nvPr>
        </p:nvGraphicFramePr>
        <p:xfrm>
          <a:off x="800100" y="2847975"/>
          <a:ext cx="7608888" cy="927102"/>
        </p:xfrm>
        <a:graphic>
          <a:graphicData uri="http://schemas.openxmlformats.org/drawingml/2006/table">
            <a:tbl>
              <a:tblPr/>
              <a:tblGrid>
                <a:gridCol w="1860550"/>
                <a:gridCol w="788988"/>
                <a:gridCol w="4959350"/>
              </a:tblGrid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CLIENT_MSG_ID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Identificador enviado na chamada do Web Service.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PARAM_NAME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Vide Notes abaixo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CHAR_VALUE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Varchar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Valor dos parâmetros que forem texto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INT_VALUE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Number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Symbol" pitchFamily="18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D4D4D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Valor dos parâmetros que forem numéricos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3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31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05FE0E-E5BE-4227-94F5-D1F031651E0A}" type="slidenum">
              <a:rPr lang="en-US"/>
              <a:pPr/>
              <a:t>24</a:t>
            </a:fld>
            <a:endParaRPr lang="en-US"/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de Banco – </a:t>
            </a:r>
            <a:r>
              <a:rPr lang="pt-BR" i="1"/>
              <a:t>Outros Objetos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endParaRPr lang="en-US" sz="2000"/>
          </a:p>
          <a:p>
            <a:endParaRPr lang="pt-BR" sz="2000"/>
          </a:p>
          <a:p>
            <a:endParaRPr lang="pt-BR" sz="2000"/>
          </a:p>
        </p:txBody>
      </p:sp>
      <p:graphicFrame>
        <p:nvGraphicFramePr>
          <p:cNvPr id="551940" name="Group 4"/>
          <p:cNvGraphicFramePr>
            <a:graphicFrameLocks noGrp="1"/>
          </p:cNvGraphicFramePr>
          <p:nvPr>
            <p:ph sz="half" idx="2"/>
          </p:nvPr>
        </p:nvGraphicFramePr>
        <p:xfrm>
          <a:off x="766763" y="1231900"/>
          <a:ext cx="6469062" cy="4945064"/>
        </p:xfrm>
        <a:graphic>
          <a:graphicData uri="http://schemas.openxmlformats.org/drawingml/2006/table">
            <a:tbl>
              <a:tblPr/>
              <a:tblGrid>
                <a:gridCol w="1928812"/>
                <a:gridCol w="4540250"/>
              </a:tblGrid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CONF_DELETE_CONFIGURATION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5738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CONF_GET_MODEL_INFO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CONF_GET_NEXT_ID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CONF_INSERT_ID_INTO_MSG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CONF_INSERT_MESSAGE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CONF_UPDATE_MESSAGE_STATUS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CONF_CALCULA_ ISENTO_ICMS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CONF_CREATE_JOURNAL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CONF_DELETE_CONFIGURATION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CONF_CALL_CUSTOM_PROC_INSERT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CONF_CALL_CUSTOM_PROC_DELETE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CONF_TAX_PKG_STATE_MAPPING</a:t>
                      </a: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CONF_REPLICATE_CONFIGURATION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CONF_INSERT_CUSTOM_PARAM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Procedure</a:t>
                      </a:r>
                      <a:endParaRPr kumimoji="0" lang="pt-BR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CONF_DELETE_CUSTOM_PARAM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Function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CONF_CONVERT_CHARSET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Trigger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CONF_MESSAGE_IDS_IUtrig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Trigger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CONF_CUSTOM_PARAM_IUtrig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CONF_MESSAGES_IDX1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CONF_MODEL_PK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CONF_MESSAGES_PK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CONF_MESSAGE_IDS_IDX1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5738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CONF_MESSAGE_IDS_PK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CONF_ID_RANGE_PK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IDX1_CONF_CUSTOM_PARAM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Index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RATE_USAGE_COMP_ID_IDX </a:t>
                      </a:r>
                      <a:endParaRPr kumimoji="0" lang="pt-BR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6F96E0-1BE7-49A3-89D5-9280607EA33C}" type="slidenum">
              <a:rPr lang="en-US"/>
              <a:pPr/>
              <a:t>25</a:t>
            </a:fld>
            <a:endParaRPr lang="en-US"/>
          </a:p>
        </p:txBody>
      </p:sp>
      <p:pic>
        <p:nvPicPr>
          <p:cNvPr id="545794" name="Picture 2" descr="Set-5-00102"/>
          <p:cNvPicPr>
            <a:picLocks noChangeAspect="1" noChangeArrowheads="1"/>
          </p:cNvPicPr>
          <p:nvPr/>
        </p:nvPicPr>
        <p:blipFill>
          <a:blip r:embed="rId3" cstate="print"/>
          <a:srcRect l="20557" t="5774" r="13904" b="237"/>
          <a:stretch>
            <a:fillRect/>
          </a:stretch>
        </p:blipFill>
        <p:spPr bwMode="auto">
          <a:xfrm>
            <a:off x="5908675" y="658813"/>
            <a:ext cx="3248025" cy="6213475"/>
          </a:xfrm>
          <a:prstGeom prst="rect">
            <a:avLst/>
          </a:prstGeom>
          <a:noFill/>
        </p:spPr>
      </p:pic>
      <p:sp>
        <p:nvSpPr>
          <p:cNvPr id="545795" name="Rectangle 3"/>
          <p:cNvSpPr>
            <a:spLocks noChangeArrowheads="1"/>
          </p:cNvSpPr>
          <p:nvPr/>
        </p:nvSpPr>
        <p:spPr bwMode="auto">
          <a:xfrm>
            <a:off x="1543050" y="0"/>
            <a:ext cx="4859338" cy="685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grpSp>
        <p:nvGrpSpPr>
          <p:cNvPr id="545796" name="Group 4"/>
          <p:cNvGrpSpPr>
            <a:grpSpLocks/>
          </p:cNvGrpSpPr>
          <p:nvPr/>
        </p:nvGrpSpPr>
        <p:grpSpPr bwMode="auto">
          <a:xfrm rot="16200000">
            <a:off x="-736600" y="1990725"/>
            <a:ext cx="3022600" cy="965200"/>
            <a:chOff x="126" y="2035"/>
            <a:chExt cx="4129" cy="1319"/>
          </a:xfrm>
        </p:grpSpPr>
        <p:sp>
          <p:nvSpPr>
            <p:cNvPr id="545797" name="Freeform 5"/>
            <p:cNvSpPr>
              <a:spLocks noEditPoints="1"/>
            </p:cNvSpPr>
            <p:nvPr/>
          </p:nvSpPr>
          <p:spPr bwMode="auto">
            <a:xfrm>
              <a:off x="126" y="2161"/>
              <a:ext cx="770" cy="911"/>
            </a:xfrm>
            <a:custGeom>
              <a:avLst/>
              <a:gdLst/>
              <a:ahLst/>
              <a:cxnLst>
                <a:cxn ang="0">
                  <a:pos x="892" y="2491"/>
                </a:cxn>
                <a:cxn ang="0">
                  <a:pos x="811" y="1876"/>
                </a:cxn>
                <a:cxn ang="0">
                  <a:pos x="730" y="1261"/>
                </a:cxn>
                <a:cxn ang="0">
                  <a:pos x="689" y="952"/>
                </a:cxn>
                <a:cxn ang="0">
                  <a:pos x="651" y="643"/>
                </a:cxn>
                <a:cxn ang="0">
                  <a:pos x="612" y="334"/>
                </a:cxn>
                <a:cxn ang="0">
                  <a:pos x="574" y="25"/>
                </a:cxn>
                <a:cxn ang="0">
                  <a:pos x="563" y="0"/>
                </a:cxn>
                <a:cxn ang="0">
                  <a:pos x="458" y="6"/>
                </a:cxn>
                <a:cxn ang="0">
                  <a:pos x="354" y="9"/>
                </a:cxn>
                <a:cxn ang="0">
                  <a:pos x="343" y="34"/>
                </a:cxn>
                <a:cxn ang="0">
                  <a:pos x="326" y="171"/>
                </a:cxn>
                <a:cxn ang="0">
                  <a:pos x="308" y="309"/>
                </a:cxn>
                <a:cxn ang="0">
                  <a:pos x="291" y="443"/>
                </a:cxn>
                <a:cxn ang="0">
                  <a:pos x="272" y="577"/>
                </a:cxn>
                <a:cxn ang="0">
                  <a:pos x="235" y="846"/>
                </a:cxn>
                <a:cxn ang="0">
                  <a:pos x="196" y="1114"/>
                </a:cxn>
                <a:cxn ang="0">
                  <a:pos x="98" y="1807"/>
                </a:cxn>
                <a:cxn ang="0">
                  <a:pos x="0" y="2500"/>
                </a:cxn>
                <a:cxn ang="0">
                  <a:pos x="6" y="2525"/>
                </a:cxn>
                <a:cxn ang="0">
                  <a:pos x="44" y="2522"/>
                </a:cxn>
                <a:cxn ang="0">
                  <a:pos x="82" y="2519"/>
                </a:cxn>
                <a:cxn ang="0">
                  <a:pos x="157" y="2516"/>
                </a:cxn>
                <a:cxn ang="0">
                  <a:pos x="167" y="2491"/>
                </a:cxn>
                <a:cxn ang="0">
                  <a:pos x="209" y="2123"/>
                </a:cxn>
                <a:cxn ang="0">
                  <a:pos x="231" y="1941"/>
                </a:cxn>
                <a:cxn ang="0">
                  <a:pos x="254" y="1757"/>
                </a:cxn>
                <a:cxn ang="0">
                  <a:pos x="345" y="1754"/>
                </a:cxn>
                <a:cxn ang="0">
                  <a:pos x="436" y="1751"/>
                </a:cxn>
                <a:cxn ang="0">
                  <a:pos x="527" y="1754"/>
                </a:cxn>
                <a:cxn ang="0">
                  <a:pos x="620" y="1757"/>
                </a:cxn>
                <a:cxn ang="0">
                  <a:pos x="663" y="2132"/>
                </a:cxn>
                <a:cxn ang="0">
                  <a:pos x="706" y="2503"/>
                </a:cxn>
                <a:cxn ang="0">
                  <a:pos x="716" y="2528"/>
                </a:cxn>
                <a:cxn ang="0">
                  <a:pos x="801" y="2522"/>
                </a:cxn>
                <a:cxn ang="0">
                  <a:pos x="843" y="2519"/>
                </a:cxn>
                <a:cxn ang="0">
                  <a:pos x="887" y="2519"/>
                </a:cxn>
                <a:cxn ang="0">
                  <a:pos x="892" y="2491"/>
                </a:cxn>
                <a:cxn ang="0">
                  <a:pos x="585" y="1470"/>
                </a:cxn>
                <a:cxn ang="0">
                  <a:pos x="512" y="1473"/>
                </a:cxn>
                <a:cxn ang="0">
                  <a:pos x="438" y="1473"/>
                </a:cxn>
                <a:cxn ang="0">
                  <a:pos x="364" y="1473"/>
                </a:cxn>
                <a:cxn ang="0">
                  <a:pos x="290" y="1470"/>
                </a:cxn>
                <a:cxn ang="0">
                  <a:pos x="445" y="271"/>
                </a:cxn>
                <a:cxn ang="0">
                  <a:pos x="585" y="1470"/>
                </a:cxn>
              </a:cxnLst>
              <a:rect l="0" t="0" r="r" b="b"/>
              <a:pathLst>
                <a:path w="892" h="2528">
                  <a:moveTo>
                    <a:pt x="892" y="2491"/>
                  </a:moveTo>
                  <a:lnTo>
                    <a:pt x="811" y="1876"/>
                  </a:lnTo>
                  <a:lnTo>
                    <a:pt x="730" y="1261"/>
                  </a:lnTo>
                  <a:lnTo>
                    <a:pt x="689" y="952"/>
                  </a:lnTo>
                  <a:lnTo>
                    <a:pt x="651" y="643"/>
                  </a:lnTo>
                  <a:lnTo>
                    <a:pt x="612" y="334"/>
                  </a:lnTo>
                  <a:lnTo>
                    <a:pt x="574" y="25"/>
                  </a:lnTo>
                  <a:lnTo>
                    <a:pt x="563" y="0"/>
                  </a:lnTo>
                  <a:lnTo>
                    <a:pt x="458" y="6"/>
                  </a:lnTo>
                  <a:lnTo>
                    <a:pt x="354" y="9"/>
                  </a:lnTo>
                  <a:lnTo>
                    <a:pt x="343" y="34"/>
                  </a:lnTo>
                  <a:lnTo>
                    <a:pt x="326" y="171"/>
                  </a:lnTo>
                  <a:lnTo>
                    <a:pt x="308" y="309"/>
                  </a:lnTo>
                  <a:lnTo>
                    <a:pt x="291" y="443"/>
                  </a:lnTo>
                  <a:lnTo>
                    <a:pt x="272" y="577"/>
                  </a:lnTo>
                  <a:lnTo>
                    <a:pt x="235" y="846"/>
                  </a:lnTo>
                  <a:lnTo>
                    <a:pt x="196" y="1114"/>
                  </a:lnTo>
                  <a:lnTo>
                    <a:pt x="98" y="1807"/>
                  </a:lnTo>
                  <a:lnTo>
                    <a:pt x="0" y="2500"/>
                  </a:lnTo>
                  <a:lnTo>
                    <a:pt x="6" y="2525"/>
                  </a:lnTo>
                  <a:lnTo>
                    <a:pt x="44" y="2522"/>
                  </a:lnTo>
                  <a:lnTo>
                    <a:pt x="82" y="2519"/>
                  </a:lnTo>
                  <a:lnTo>
                    <a:pt x="157" y="2516"/>
                  </a:lnTo>
                  <a:lnTo>
                    <a:pt x="167" y="2491"/>
                  </a:lnTo>
                  <a:lnTo>
                    <a:pt x="209" y="2123"/>
                  </a:lnTo>
                  <a:lnTo>
                    <a:pt x="231" y="1941"/>
                  </a:lnTo>
                  <a:lnTo>
                    <a:pt x="254" y="1757"/>
                  </a:lnTo>
                  <a:lnTo>
                    <a:pt x="345" y="1754"/>
                  </a:lnTo>
                  <a:lnTo>
                    <a:pt x="436" y="1751"/>
                  </a:lnTo>
                  <a:lnTo>
                    <a:pt x="527" y="1754"/>
                  </a:lnTo>
                  <a:lnTo>
                    <a:pt x="620" y="1757"/>
                  </a:lnTo>
                  <a:lnTo>
                    <a:pt x="663" y="2132"/>
                  </a:lnTo>
                  <a:lnTo>
                    <a:pt x="706" y="2503"/>
                  </a:lnTo>
                  <a:lnTo>
                    <a:pt x="716" y="2528"/>
                  </a:lnTo>
                  <a:lnTo>
                    <a:pt x="801" y="2522"/>
                  </a:lnTo>
                  <a:lnTo>
                    <a:pt x="843" y="2519"/>
                  </a:lnTo>
                  <a:lnTo>
                    <a:pt x="887" y="2519"/>
                  </a:lnTo>
                  <a:lnTo>
                    <a:pt x="892" y="2491"/>
                  </a:lnTo>
                  <a:close/>
                  <a:moveTo>
                    <a:pt x="585" y="1470"/>
                  </a:moveTo>
                  <a:lnTo>
                    <a:pt x="512" y="1473"/>
                  </a:lnTo>
                  <a:lnTo>
                    <a:pt x="438" y="1473"/>
                  </a:lnTo>
                  <a:lnTo>
                    <a:pt x="364" y="1473"/>
                  </a:lnTo>
                  <a:lnTo>
                    <a:pt x="290" y="1470"/>
                  </a:lnTo>
                  <a:lnTo>
                    <a:pt x="445" y="271"/>
                  </a:lnTo>
                  <a:lnTo>
                    <a:pt x="585" y="147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5798" name="Freeform 6"/>
            <p:cNvSpPr>
              <a:spLocks noEditPoints="1"/>
            </p:cNvSpPr>
            <p:nvPr/>
          </p:nvSpPr>
          <p:spPr bwMode="auto">
            <a:xfrm>
              <a:off x="947" y="2359"/>
              <a:ext cx="597" cy="995"/>
            </a:xfrm>
            <a:custGeom>
              <a:avLst/>
              <a:gdLst/>
              <a:ahLst/>
              <a:cxnLst>
                <a:cxn ang="0">
                  <a:pos x="435" y="7"/>
                </a:cxn>
                <a:cxn ang="0">
                  <a:pos x="266" y="10"/>
                </a:cxn>
                <a:cxn ang="0">
                  <a:pos x="168" y="69"/>
                </a:cxn>
                <a:cxn ang="0">
                  <a:pos x="91" y="200"/>
                </a:cxn>
                <a:cxn ang="0">
                  <a:pos x="38" y="397"/>
                </a:cxn>
                <a:cxn ang="0">
                  <a:pos x="17" y="668"/>
                </a:cxn>
                <a:cxn ang="0">
                  <a:pos x="40" y="937"/>
                </a:cxn>
                <a:cxn ang="0">
                  <a:pos x="97" y="1115"/>
                </a:cxn>
                <a:cxn ang="0">
                  <a:pos x="59" y="1567"/>
                </a:cxn>
                <a:cxn ang="0">
                  <a:pos x="68" y="1820"/>
                </a:cxn>
                <a:cxn ang="0">
                  <a:pos x="11" y="2039"/>
                </a:cxn>
                <a:cxn ang="0">
                  <a:pos x="2" y="2254"/>
                </a:cxn>
                <a:cxn ang="0">
                  <a:pos x="22" y="2429"/>
                </a:cxn>
                <a:cxn ang="0">
                  <a:pos x="95" y="2616"/>
                </a:cxn>
                <a:cxn ang="0">
                  <a:pos x="180" y="2710"/>
                </a:cxn>
                <a:cxn ang="0">
                  <a:pos x="328" y="2763"/>
                </a:cxn>
                <a:cxn ang="0">
                  <a:pos x="469" y="2719"/>
                </a:cxn>
                <a:cxn ang="0">
                  <a:pos x="570" y="2601"/>
                </a:cxn>
                <a:cxn ang="0">
                  <a:pos x="645" y="2392"/>
                </a:cxn>
                <a:cxn ang="0">
                  <a:pos x="671" y="2164"/>
                </a:cxn>
                <a:cxn ang="0">
                  <a:pos x="661" y="1951"/>
                </a:cxn>
                <a:cxn ang="0">
                  <a:pos x="618" y="1777"/>
                </a:cxn>
                <a:cxn ang="0">
                  <a:pos x="538" y="1639"/>
                </a:cxn>
                <a:cxn ang="0">
                  <a:pos x="290" y="1477"/>
                </a:cxn>
                <a:cxn ang="0">
                  <a:pos x="352" y="1286"/>
                </a:cxn>
                <a:cxn ang="0">
                  <a:pos x="446" y="1246"/>
                </a:cxn>
                <a:cxn ang="0">
                  <a:pos x="537" y="1124"/>
                </a:cxn>
                <a:cxn ang="0">
                  <a:pos x="593" y="956"/>
                </a:cxn>
                <a:cxn ang="0">
                  <a:pos x="620" y="737"/>
                </a:cxn>
                <a:cxn ang="0">
                  <a:pos x="614" y="497"/>
                </a:cxn>
                <a:cxn ang="0">
                  <a:pos x="584" y="347"/>
                </a:cxn>
                <a:cxn ang="0">
                  <a:pos x="689" y="147"/>
                </a:cxn>
                <a:cxn ang="0">
                  <a:pos x="464" y="818"/>
                </a:cxn>
                <a:cxn ang="0">
                  <a:pos x="425" y="968"/>
                </a:cxn>
                <a:cxn ang="0">
                  <a:pos x="358" y="1043"/>
                </a:cxn>
                <a:cxn ang="0">
                  <a:pos x="257" y="1021"/>
                </a:cxn>
                <a:cxn ang="0">
                  <a:pos x="208" y="937"/>
                </a:cxn>
                <a:cxn ang="0">
                  <a:pos x="171" y="756"/>
                </a:cxn>
                <a:cxn ang="0">
                  <a:pos x="170" y="568"/>
                </a:cxn>
                <a:cxn ang="0">
                  <a:pos x="208" y="362"/>
                </a:cxn>
                <a:cxn ang="0">
                  <a:pos x="271" y="263"/>
                </a:cxn>
                <a:cxn ang="0">
                  <a:pos x="367" y="256"/>
                </a:cxn>
                <a:cxn ang="0">
                  <a:pos x="426" y="337"/>
                </a:cxn>
                <a:cxn ang="0">
                  <a:pos x="466" y="515"/>
                </a:cxn>
                <a:cxn ang="0">
                  <a:pos x="511" y="2282"/>
                </a:cxn>
                <a:cxn ang="0">
                  <a:pos x="476" y="2420"/>
                </a:cxn>
                <a:cxn ang="0">
                  <a:pos x="385" y="2516"/>
                </a:cxn>
                <a:cxn ang="0">
                  <a:pos x="269" y="2504"/>
                </a:cxn>
                <a:cxn ang="0">
                  <a:pos x="194" y="2416"/>
                </a:cxn>
                <a:cxn ang="0">
                  <a:pos x="160" y="2307"/>
                </a:cxn>
                <a:cxn ang="0">
                  <a:pos x="147" y="2129"/>
                </a:cxn>
                <a:cxn ang="0">
                  <a:pos x="170" y="1958"/>
                </a:cxn>
                <a:cxn ang="0">
                  <a:pos x="378" y="1876"/>
                </a:cxn>
                <a:cxn ang="0">
                  <a:pos x="479" y="1995"/>
                </a:cxn>
                <a:cxn ang="0">
                  <a:pos x="514" y="2142"/>
                </a:cxn>
              </a:cxnLst>
              <a:rect l="0" t="0" r="r" b="b"/>
              <a:pathLst>
                <a:path w="693" h="2763">
                  <a:moveTo>
                    <a:pt x="693" y="28"/>
                  </a:moveTo>
                  <a:lnTo>
                    <a:pt x="687" y="3"/>
                  </a:lnTo>
                  <a:lnTo>
                    <a:pt x="632" y="7"/>
                  </a:lnTo>
                  <a:lnTo>
                    <a:pt x="577" y="7"/>
                  </a:lnTo>
                  <a:lnTo>
                    <a:pt x="521" y="10"/>
                  </a:lnTo>
                  <a:lnTo>
                    <a:pt x="466" y="10"/>
                  </a:lnTo>
                  <a:lnTo>
                    <a:pt x="435" y="7"/>
                  </a:lnTo>
                  <a:lnTo>
                    <a:pt x="405" y="3"/>
                  </a:lnTo>
                  <a:lnTo>
                    <a:pt x="375" y="3"/>
                  </a:lnTo>
                  <a:lnTo>
                    <a:pt x="344" y="0"/>
                  </a:lnTo>
                  <a:lnTo>
                    <a:pt x="324" y="0"/>
                  </a:lnTo>
                  <a:lnTo>
                    <a:pt x="304" y="3"/>
                  </a:lnTo>
                  <a:lnTo>
                    <a:pt x="285" y="7"/>
                  </a:lnTo>
                  <a:lnTo>
                    <a:pt x="266" y="10"/>
                  </a:lnTo>
                  <a:lnTo>
                    <a:pt x="257" y="13"/>
                  </a:lnTo>
                  <a:lnTo>
                    <a:pt x="248" y="19"/>
                  </a:lnTo>
                  <a:lnTo>
                    <a:pt x="230" y="25"/>
                  </a:lnTo>
                  <a:lnTo>
                    <a:pt x="212" y="35"/>
                  </a:lnTo>
                  <a:lnTo>
                    <a:pt x="194" y="47"/>
                  </a:lnTo>
                  <a:lnTo>
                    <a:pt x="176" y="63"/>
                  </a:lnTo>
                  <a:lnTo>
                    <a:pt x="168" y="69"/>
                  </a:lnTo>
                  <a:lnTo>
                    <a:pt x="160" y="78"/>
                  </a:lnTo>
                  <a:lnTo>
                    <a:pt x="152" y="91"/>
                  </a:lnTo>
                  <a:lnTo>
                    <a:pt x="144" y="100"/>
                  </a:lnTo>
                  <a:lnTo>
                    <a:pt x="127" y="125"/>
                  </a:lnTo>
                  <a:lnTo>
                    <a:pt x="113" y="153"/>
                  </a:lnTo>
                  <a:lnTo>
                    <a:pt x="98" y="181"/>
                  </a:lnTo>
                  <a:lnTo>
                    <a:pt x="91" y="200"/>
                  </a:lnTo>
                  <a:lnTo>
                    <a:pt x="85" y="216"/>
                  </a:lnTo>
                  <a:lnTo>
                    <a:pt x="71" y="253"/>
                  </a:lnTo>
                  <a:lnTo>
                    <a:pt x="65" y="278"/>
                  </a:lnTo>
                  <a:lnTo>
                    <a:pt x="58" y="300"/>
                  </a:lnTo>
                  <a:lnTo>
                    <a:pt x="48" y="347"/>
                  </a:lnTo>
                  <a:lnTo>
                    <a:pt x="43" y="372"/>
                  </a:lnTo>
                  <a:lnTo>
                    <a:pt x="38" y="397"/>
                  </a:lnTo>
                  <a:lnTo>
                    <a:pt x="34" y="422"/>
                  </a:lnTo>
                  <a:lnTo>
                    <a:pt x="30" y="450"/>
                  </a:lnTo>
                  <a:lnTo>
                    <a:pt x="25" y="503"/>
                  </a:lnTo>
                  <a:lnTo>
                    <a:pt x="22" y="531"/>
                  </a:lnTo>
                  <a:lnTo>
                    <a:pt x="21" y="559"/>
                  </a:lnTo>
                  <a:lnTo>
                    <a:pt x="18" y="612"/>
                  </a:lnTo>
                  <a:lnTo>
                    <a:pt x="17" y="668"/>
                  </a:lnTo>
                  <a:lnTo>
                    <a:pt x="17" y="712"/>
                  </a:lnTo>
                  <a:lnTo>
                    <a:pt x="20" y="756"/>
                  </a:lnTo>
                  <a:lnTo>
                    <a:pt x="22" y="796"/>
                  </a:lnTo>
                  <a:lnTo>
                    <a:pt x="26" y="837"/>
                  </a:lnTo>
                  <a:lnTo>
                    <a:pt x="31" y="878"/>
                  </a:lnTo>
                  <a:lnTo>
                    <a:pt x="38" y="918"/>
                  </a:lnTo>
                  <a:lnTo>
                    <a:pt x="40" y="937"/>
                  </a:lnTo>
                  <a:lnTo>
                    <a:pt x="44" y="956"/>
                  </a:lnTo>
                  <a:lnTo>
                    <a:pt x="53" y="990"/>
                  </a:lnTo>
                  <a:lnTo>
                    <a:pt x="62" y="1024"/>
                  </a:lnTo>
                  <a:lnTo>
                    <a:pt x="67" y="1043"/>
                  </a:lnTo>
                  <a:lnTo>
                    <a:pt x="72" y="1059"/>
                  </a:lnTo>
                  <a:lnTo>
                    <a:pt x="84" y="1087"/>
                  </a:lnTo>
                  <a:lnTo>
                    <a:pt x="97" y="1115"/>
                  </a:lnTo>
                  <a:lnTo>
                    <a:pt x="111" y="1140"/>
                  </a:lnTo>
                  <a:lnTo>
                    <a:pt x="125" y="1165"/>
                  </a:lnTo>
                  <a:lnTo>
                    <a:pt x="140" y="1187"/>
                  </a:lnTo>
                  <a:lnTo>
                    <a:pt x="158" y="1205"/>
                  </a:lnTo>
                  <a:lnTo>
                    <a:pt x="109" y="1386"/>
                  </a:lnTo>
                  <a:lnTo>
                    <a:pt x="85" y="1477"/>
                  </a:lnTo>
                  <a:lnTo>
                    <a:pt x="59" y="1567"/>
                  </a:lnTo>
                  <a:lnTo>
                    <a:pt x="61" y="1611"/>
                  </a:lnTo>
                  <a:lnTo>
                    <a:pt x="95" y="1649"/>
                  </a:lnTo>
                  <a:lnTo>
                    <a:pt x="130" y="1686"/>
                  </a:lnTo>
                  <a:lnTo>
                    <a:pt x="104" y="1736"/>
                  </a:lnTo>
                  <a:lnTo>
                    <a:pt x="91" y="1764"/>
                  </a:lnTo>
                  <a:lnTo>
                    <a:pt x="80" y="1792"/>
                  </a:lnTo>
                  <a:lnTo>
                    <a:pt x="68" y="1820"/>
                  </a:lnTo>
                  <a:lnTo>
                    <a:pt x="58" y="1848"/>
                  </a:lnTo>
                  <a:lnTo>
                    <a:pt x="48" y="1876"/>
                  </a:lnTo>
                  <a:lnTo>
                    <a:pt x="39" y="1905"/>
                  </a:lnTo>
                  <a:lnTo>
                    <a:pt x="30" y="1936"/>
                  </a:lnTo>
                  <a:lnTo>
                    <a:pt x="23" y="1970"/>
                  </a:lnTo>
                  <a:lnTo>
                    <a:pt x="17" y="2004"/>
                  </a:lnTo>
                  <a:lnTo>
                    <a:pt x="11" y="2039"/>
                  </a:lnTo>
                  <a:lnTo>
                    <a:pt x="7" y="2076"/>
                  </a:lnTo>
                  <a:lnTo>
                    <a:pt x="4" y="2117"/>
                  </a:lnTo>
                  <a:lnTo>
                    <a:pt x="3" y="2139"/>
                  </a:lnTo>
                  <a:lnTo>
                    <a:pt x="2" y="2161"/>
                  </a:lnTo>
                  <a:lnTo>
                    <a:pt x="2" y="2182"/>
                  </a:lnTo>
                  <a:lnTo>
                    <a:pt x="0" y="2204"/>
                  </a:lnTo>
                  <a:lnTo>
                    <a:pt x="2" y="2254"/>
                  </a:lnTo>
                  <a:lnTo>
                    <a:pt x="3" y="2279"/>
                  </a:lnTo>
                  <a:lnTo>
                    <a:pt x="6" y="2301"/>
                  </a:lnTo>
                  <a:lnTo>
                    <a:pt x="7" y="2326"/>
                  </a:lnTo>
                  <a:lnTo>
                    <a:pt x="9" y="2348"/>
                  </a:lnTo>
                  <a:lnTo>
                    <a:pt x="12" y="2370"/>
                  </a:lnTo>
                  <a:lnTo>
                    <a:pt x="16" y="2388"/>
                  </a:lnTo>
                  <a:lnTo>
                    <a:pt x="22" y="2429"/>
                  </a:lnTo>
                  <a:lnTo>
                    <a:pt x="27" y="2448"/>
                  </a:lnTo>
                  <a:lnTo>
                    <a:pt x="31" y="2466"/>
                  </a:lnTo>
                  <a:lnTo>
                    <a:pt x="41" y="2501"/>
                  </a:lnTo>
                  <a:lnTo>
                    <a:pt x="54" y="2535"/>
                  </a:lnTo>
                  <a:lnTo>
                    <a:pt x="67" y="2563"/>
                  </a:lnTo>
                  <a:lnTo>
                    <a:pt x="81" y="2591"/>
                  </a:lnTo>
                  <a:lnTo>
                    <a:pt x="95" y="2616"/>
                  </a:lnTo>
                  <a:lnTo>
                    <a:pt x="111" y="2641"/>
                  </a:lnTo>
                  <a:lnTo>
                    <a:pt x="127" y="2660"/>
                  </a:lnTo>
                  <a:lnTo>
                    <a:pt x="135" y="2669"/>
                  </a:lnTo>
                  <a:lnTo>
                    <a:pt x="144" y="2679"/>
                  </a:lnTo>
                  <a:lnTo>
                    <a:pt x="153" y="2688"/>
                  </a:lnTo>
                  <a:lnTo>
                    <a:pt x="162" y="2697"/>
                  </a:lnTo>
                  <a:lnTo>
                    <a:pt x="180" y="2710"/>
                  </a:lnTo>
                  <a:lnTo>
                    <a:pt x="217" y="2735"/>
                  </a:lnTo>
                  <a:lnTo>
                    <a:pt x="235" y="2744"/>
                  </a:lnTo>
                  <a:lnTo>
                    <a:pt x="254" y="2751"/>
                  </a:lnTo>
                  <a:lnTo>
                    <a:pt x="272" y="2757"/>
                  </a:lnTo>
                  <a:lnTo>
                    <a:pt x="292" y="2760"/>
                  </a:lnTo>
                  <a:lnTo>
                    <a:pt x="310" y="2763"/>
                  </a:lnTo>
                  <a:lnTo>
                    <a:pt x="328" y="2763"/>
                  </a:lnTo>
                  <a:lnTo>
                    <a:pt x="334" y="2763"/>
                  </a:lnTo>
                  <a:lnTo>
                    <a:pt x="357" y="2763"/>
                  </a:lnTo>
                  <a:lnTo>
                    <a:pt x="380" y="2760"/>
                  </a:lnTo>
                  <a:lnTo>
                    <a:pt x="402" y="2754"/>
                  </a:lnTo>
                  <a:lnTo>
                    <a:pt x="425" y="2744"/>
                  </a:lnTo>
                  <a:lnTo>
                    <a:pt x="447" y="2732"/>
                  </a:lnTo>
                  <a:lnTo>
                    <a:pt x="469" y="2719"/>
                  </a:lnTo>
                  <a:lnTo>
                    <a:pt x="491" y="2701"/>
                  </a:lnTo>
                  <a:lnTo>
                    <a:pt x="512" y="2682"/>
                  </a:lnTo>
                  <a:lnTo>
                    <a:pt x="523" y="2669"/>
                  </a:lnTo>
                  <a:lnTo>
                    <a:pt x="533" y="2657"/>
                  </a:lnTo>
                  <a:lnTo>
                    <a:pt x="552" y="2632"/>
                  </a:lnTo>
                  <a:lnTo>
                    <a:pt x="561" y="2616"/>
                  </a:lnTo>
                  <a:lnTo>
                    <a:pt x="570" y="2601"/>
                  </a:lnTo>
                  <a:lnTo>
                    <a:pt x="588" y="2566"/>
                  </a:lnTo>
                  <a:lnTo>
                    <a:pt x="596" y="2548"/>
                  </a:lnTo>
                  <a:lnTo>
                    <a:pt x="603" y="2529"/>
                  </a:lnTo>
                  <a:lnTo>
                    <a:pt x="619" y="2488"/>
                  </a:lnTo>
                  <a:lnTo>
                    <a:pt x="632" y="2441"/>
                  </a:lnTo>
                  <a:lnTo>
                    <a:pt x="638" y="2416"/>
                  </a:lnTo>
                  <a:lnTo>
                    <a:pt x="645" y="2392"/>
                  </a:lnTo>
                  <a:lnTo>
                    <a:pt x="651" y="2360"/>
                  </a:lnTo>
                  <a:lnTo>
                    <a:pt x="656" y="2329"/>
                  </a:lnTo>
                  <a:lnTo>
                    <a:pt x="661" y="2298"/>
                  </a:lnTo>
                  <a:lnTo>
                    <a:pt x="665" y="2264"/>
                  </a:lnTo>
                  <a:lnTo>
                    <a:pt x="669" y="2232"/>
                  </a:lnTo>
                  <a:lnTo>
                    <a:pt x="670" y="2198"/>
                  </a:lnTo>
                  <a:lnTo>
                    <a:pt x="671" y="2164"/>
                  </a:lnTo>
                  <a:lnTo>
                    <a:pt x="673" y="2129"/>
                  </a:lnTo>
                  <a:lnTo>
                    <a:pt x="673" y="2098"/>
                  </a:lnTo>
                  <a:lnTo>
                    <a:pt x="671" y="2067"/>
                  </a:lnTo>
                  <a:lnTo>
                    <a:pt x="670" y="2036"/>
                  </a:lnTo>
                  <a:lnTo>
                    <a:pt x="668" y="2008"/>
                  </a:lnTo>
                  <a:lnTo>
                    <a:pt x="665" y="1979"/>
                  </a:lnTo>
                  <a:lnTo>
                    <a:pt x="661" y="1951"/>
                  </a:lnTo>
                  <a:lnTo>
                    <a:pt x="657" y="1923"/>
                  </a:lnTo>
                  <a:lnTo>
                    <a:pt x="652" y="1898"/>
                  </a:lnTo>
                  <a:lnTo>
                    <a:pt x="646" y="1873"/>
                  </a:lnTo>
                  <a:lnTo>
                    <a:pt x="641" y="1848"/>
                  </a:lnTo>
                  <a:lnTo>
                    <a:pt x="633" y="1823"/>
                  </a:lnTo>
                  <a:lnTo>
                    <a:pt x="627" y="1802"/>
                  </a:lnTo>
                  <a:lnTo>
                    <a:pt x="618" y="1777"/>
                  </a:lnTo>
                  <a:lnTo>
                    <a:pt x="610" y="1755"/>
                  </a:lnTo>
                  <a:lnTo>
                    <a:pt x="601" y="1736"/>
                  </a:lnTo>
                  <a:lnTo>
                    <a:pt x="591" y="1714"/>
                  </a:lnTo>
                  <a:lnTo>
                    <a:pt x="578" y="1692"/>
                  </a:lnTo>
                  <a:lnTo>
                    <a:pt x="565" y="1674"/>
                  </a:lnTo>
                  <a:lnTo>
                    <a:pt x="552" y="1655"/>
                  </a:lnTo>
                  <a:lnTo>
                    <a:pt x="538" y="1639"/>
                  </a:lnTo>
                  <a:lnTo>
                    <a:pt x="524" y="1624"/>
                  </a:lnTo>
                  <a:lnTo>
                    <a:pt x="509" y="1611"/>
                  </a:lnTo>
                  <a:lnTo>
                    <a:pt x="492" y="1599"/>
                  </a:lnTo>
                  <a:lnTo>
                    <a:pt x="476" y="1586"/>
                  </a:lnTo>
                  <a:lnTo>
                    <a:pt x="411" y="1546"/>
                  </a:lnTo>
                  <a:lnTo>
                    <a:pt x="352" y="1514"/>
                  </a:lnTo>
                  <a:lnTo>
                    <a:pt x="290" y="1477"/>
                  </a:lnTo>
                  <a:lnTo>
                    <a:pt x="260" y="1455"/>
                  </a:lnTo>
                  <a:lnTo>
                    <a:pt x="229" y="1436"/>
                  </a:lnTo>
                  <a:lnTo>
                    <a:pt x="271" y="1274"/>
                  </a:lnTo>
                  <a:lnTo>
                    <a:pt x="303" y="1280"/>
                  </a:lnTo>
                  <a:lnTo>
                    <a:pt x="320" y="1283"/>
                  </a:lnTo>
                  <a:lnTo>
                    <a:pt x="337" y="1286"/>
                  </a:lnTo>
                  <a:lnTo>
                    <a:pt x="352" y="1286"/>
                  </a:lnTo>
                  <a:lnTo>
                    <a:pt x="366" y="1283"/>
                  </a:lnTo>
                  <a:lnTo>
                    <a:pt x="380" y="1280"/>
                  </a:lnTo>
                  <a:lnTo>
                    <a:pt x="393" y="1274"/>
                  </a:lnTo>
                  <a:lnTo>
                    <a:pt x="407" y="1268"/>
                  </a:lnTo>
                  <a:lnTo>
                    <a:pt x="420" y="1261"/>
                  </a:lnTo>
                  <a:lnTo>
                    <a:pt x="433" y="1255"/>
                  </a:lnTo>
                  <a:lnTo>
                    <a:pt x="446" y="1246"/>
                  </a:lnTo>
                  <a:lnTo>
                    <a:pt x="458" y="1233"/>
                  </a:lnTo>
                  <a:lnTo>
                    <a:pt x="470" y="1221"/>
                  </a:lnTo>
                  <a:lnTo>
                    <a:pt x="493" y="1193"/>
                  </a:lnTo>
                  <a:lnTo>
                    <a:pt x="505" y="1177"/>
                  </a:lnTo>
                  <a:lnTo>
                    <a:pt x="516" y="1162"/>
                  </a:lnTo>
                  <a:lnTo>
                    <a:pt x="526" y="1143"/>
                  </a:lnTo>
                  <a:lnTo>
                    <a:pt x="537" y="1124"/>
                  </a:lnTo>
                  <a:lnTo>
                    <a:pt x="547" y="1102"/>
                  </a:lnTo>
                  <a:lnTo>
                    <a:pt x="556" y="1080"/>
                  </a:lnTo>
                  <a:lnTo>
                    <a:pt x="565" y="1059"/>
                  </a:lnTo>
                  <a:lnTo>
                    <a:pt x="573" y="1034"/>
                  </a:lnTo>
                  <a:lnTo>
                    <a:pt x="580" y="1009"/>
                  </a:lnTo>
                  <a:lnTo>
                    <a:pt x="588" y="984"/>
                  </a:lnTo>
                  <a:lnTo>
                    <a:pt x="593" y="956"/>
                  </a:lnTo>
                  <a:lnTo>
                    <a:pt x="600" y="927"/>
                  </a:lnTo>
                  <a:lnTo>
                    <a:pt x="605" y="899"/>
                  </a:lnTo>
                  <a:lnTo>
                    <a:pt x="609" y="868"/>
                  </a:lnTo>
                  <a:lnTo>
                    <a:pt x="612" y="837"/>
                  </a:lnTo>
                  <a:lnTo>
                    <a:pt x="616" y="806"/>
                  </a:lnTo>
                  <a:lnTo>
                    <a:pt x="619" y="771"/>
                  </a:lnTo>
                  <a:lnTo>
                    <a:pt x="620" y="737"/>
                  </a:lnTo>
                  <a:lnTo>
                    <a:pt x="621" y="700"/>
                  </a:lnTo>
                  <a:lnTo>
                    <a:pt x="623" y="662"/>
                  </a:lnTo>
                  <a:lnTo>
                    <a:pt x="621" y="606"/>
                  </a:lnTo>
                  <a:lnTo>
                    <a:pt x="620" y="578"/>
                  </a:lnTo>
                  <a:lnTo>
                    <a:pt x="619" y="550"/>
                  </a:lnTo>
                  <a:lnTo>
                    <a:pt x="616" y="525"/>
                  </a:lnTo>
                  <a:lnTo>
                    <a:pt x="614" y="497"/>
                  </a:lnTo>
                  <a:lnTo>
                    <a:pt x="610" y="472"/>
                  </a:lnTo>
                  <a:lnTo>
                    <a:pt x="606" y="444"/>
                  </a:lnTo>
                  <a:lnTo>
                    <a:pt x="601" y="419"/>
                  </a:lnTo>
                  <a:lnTo>
                    <a:pt x="596" y="394"/>
                  </a:lnTo>
                  <a:lnTo>
                    <a:pt x="593" y="381"/>
                  </a:lnTo>
                  <a:lnTo>
                    <a:pt x="591" y="369"/>
                  </a:lnTo>
                  <a:lnTo>
                    <a:pt x="584" y="347"/>
                  </a:lnTo>
                  <a:lnTo>
                    <a:pt x="578" y="325"/>
                  </a:lnTo>
                  <a:lnTo>
                    <a:pt x="570" y="303"/>
                  </a:lnTo>
                  <a:lnTo>
                    <a:pt x="562" y="284"/>
                  </a:lnTo>
                  <a:lnTo>
                    <a:pt x="553" y="266"/>
                  </a:lnTo>
                  <a:lnTo>
                    <a:pt x="677" y="284"/>
                  </a:lnTo>
                  <a:lnTo>
                    <a:pt x="687" y="266"/>
                  </a:lnTo>
                  <a:lnTo>
                    <a:pt x="689" y="147"/>
                  </a:lnTo>
                  <a:lnTo>
                    <a:pt x="693" y="28"/>
                  </a:lnTo>
                  <a:close/>
                  <a:moveTo>
                    <a:pt x="474" y="662"/>
                  </a:moveTo>
                  <a:lnTo>
                    <a:pt x="473" y="706"/>
                  </a:lnTo>
                  <a:lnTo>
                    <a:pt x="471" y="725"/>
                  </a:lnTo>
                  <a:lnTo>
                    <a:pt x="471" y="746"/>
                  </a:lnTo>
                  <a:lnTo>
                    <a:pt x="467" y="784"/>
                  </a:lnTo>
                  <a:lnTo>
                    <a:pt x="464" y="818"/>
                  </a:lnTo>
                  <a:lnTo>
                    <a:pt x="458" y="853"/>
                  </a:lnTo>
                  <a:lnTo>
                    <a:pt x="455" y="868"/>
                  </a:lnTo>
                  <a:lnTo>
                    <a:pt x="452" y="884"/>
                  </a:lnTo>
                  <a:lnTo>
                    <a:pt x="443" y="915"/>
                  </a:lnTo>
                  <a:lnTo>
                    <a:pt x="435" y="943"/>
                  </a:lnTo>
                  <a:lnTo>
                    <a:pt x="430" y="956"/>
                  </a:lnTo>
                  <a:lnTo>
                    <a:pt x="425" y="968"/>
                  </a:lnTo>
                  <a:lnTo>
                    <a:pt x="414" y="987"/>
                  </a:lnTo>
                  <a:lnTo>
                    <a:pt x="407" y="999"/>
                  </a:lnTo>
                  <a:lnTo>
                    <a:pt x="401" y="1006"/>
                  </a:lnTo>
                  <a:lnTo>
                    <a:pt x="388" y="1021"/>
                  </a:lnTo>
                  <a:lnTo>
                    <a:pt x="380" y="1027"/>
                  </a:lnTo>
                  <a:lnTo>
                    <a:pt x="374" y="1034"/>
                  </a:lnTo>
                  <a:lnTo>
                    <a:pt x="358" y="1043"/>
                  </a:lnTo>
                  <a:lnTo>
                    <a:pt x="342" y="1049"/>
                  </a:lnTo>
                  <a:lnTo>
                    <a:pt x="324" y="1049"/>
                  </a:lnTo>
                  <a:lnTo>
                    <a:pt x="306" y="1049"/>
                  </a:lnTo>
                  <a:lnTo>
                    <a:pt x="289" y="1043"/>
                  </a:lnTo>
                  <a:lnTo>
                    <a:pt x="280" y="1037"/>
                  </a:lnTo>
                  <a:lnTo>
                    <a:pt x="272" y="1034"/>
                  </a:lnTo>
                  <a:lnTo>
                    <a:pt x="257" y="1021"/>
                  </a:lnTo>
                  <a:lnTo>
                    <a:pt x="244" y="1006"/>
                  </a:lnTo>
                  <a:lnTo>
                    <a:pt x="236" y="996"/>
                  </a:lnTo>
                  <a:lnTo>
                    <a:pt x="231" y="987"/>
                  </a:lnTo>
                  <a:lnTo>
                    <a:pt x="225" y="974"/>
                  </a:lnTo>
                  <a:lnTo>
                    <a:pt x="219" y="965"/>
                  </a:lnTo>
                  <a:lnTo>
                    <a:pt x="213" y="952"/>
                  </a:lnTo>
                  <a:lnTo>
                    <a:pt x="208" y="937"/>
                  </a:lnTo>
                  <a:lnTo>
                    <a:pt x="198" y="909"/>
                  </a:lnTo>
                  <a:lnTo>
                    <a:pt x="190" y="878"/>
                  </a:lnTo>
                  <a:lnTo>
                    <a:pt x="183" y="846"/>
                  </a:lnTo>
                  <a:lnTo>
                    <a:pt x="180" y="831"/>
                  </a:lnTo>
                  <a:lnTo>
                    <a:pt x="177" y="812"/>
                  </a:lnTo>
                  <a:lnTo>
                    <a:pt x="172" y="774"/>
                  </a:lnTo>
                  <a:lnTo>
                    <a:pt x="171" y="756"/>
                  </a:lnTo>
                  <a:lnTo>
                    <a:pt x="170" y="737"/>
                  </a:lnTo>
                  <a:lnTo>
                    <a:pt x="168" y="715"/>
                  </a:lnTo>
                  <a:lnTo>
                    <a:pt x="167" y="696"/>
                  </a:lnTo>
                  <a:lnTo>
                    <a:pt x="166" y="653"/>
                  </a:lnTo>
                  <a:lnTo>
                    <a:pt x="167" y="609"/>
                  </a:lnTo>
                  <a:lnTo>
                    <a:pt x="168" y="590"/>
                  </a:lnTo>
                  <a:lnTo>
                    <a:pt x="170" y="568"/>
                  </a:lnTo>
                  <a:lnTo>
                    <a:pt x="172" y="531"/>
                  </a:lnTo>
                  <a:lnTo>
                    <a:pt x="177" y="494"/>
                  </a:lnTo>
                  <a:lnTo>
                    <a:pt x="183" y="459"/>
                  </a:lnTo>
                  <a:lnTo>
                    <a:pt x="190" y="425"/>
                  </a:lnTo>
                  <a:lnTo>
                    <a:pt x="198" y="394"/>
                  </a:lnTo>
                  <a:lnTo>
                    <a:pt x="203" y="378"/>
                  </a:lnTo>
                  <a:lnTo>
                    <a:pt x="208" y="362"/>
                  </a:lnTo>
                  <a:lnTo>
                    <a:pt x="219" y="337"/>
                  </a:lnTo>
                  <a:lnTo>
                    <a:pt x="225" y="325"/>
                  </a:lnTo>
                  <a:lnTo>
                    <a:pt x="230" y="312"/>
                  </a:lnTo>
                  <a:lnTo>
                    <a:pt x="243" y="294"/>
                  </a:lnTo>
                  <a:lnTo>
                    <a:pt x="249" y="284"/>
                  </a:lnTo>
                  <a:lnTo>
                    <a:pt x="257" y="275"/>
                  </a:lnTo>
                  <a:lnTo>
                    <a:pt x="271" y="263"/>
                  </a:lnTo>
                  <a:lnTo>
                    <a:pt x="288" y="253"/>
                  </a:lnTo>
                  <a:lnTo>
                    <a:pt x="304" y="247"/>
                  </a:lnTo>
                  <a:lnTo>
                    <a:pt x="322" y="244"/>
                  </a:lnTo>
                  <a:lnTo>
                    <a:pt x="331" y="244"/>
                  </a:lnTo>
                  <a:lnTo>
                    <a:pt x="340" y="247"/>
                  </a:lnTo>
                  <a:lnTo>
                    <a:pt x="358" y="253"/>
                  </a:lnTo>
                  <a:lnTo>
                    <a:pt x="367" y="256"/>
                  </a:lnTo>
                  <a:lnTo>
                    <a:pt x="375" y="263"/>
                  </a:lnTo>
                  <a:lnTo>
                    <a:pt x="389" y="275"/>
                  </a:lnTo>
                  <a:lnTo>
                    <a:pt x="397" y="284"/>
                  </a:lnTo>
                  <a:lnTo>
                    <a:pt x="403" y="294"/>
                  </a:lnTo>
                  <a:lnTo>
                    <a:pt x="416" y="312"/>
                  </a:lnTo>
                  <a:lnTo>
                    <a:pt x="421" y="325"/>
                  </a:lnTo>
                  <a:lnTo>
                    <a:pt x="426" y="337"/>
                  </a:lnTo>
                  <a:lnTo>
                    <a:pt x="437" y="366"/>
                  </a:lnTo>
                  <a:lnTo>
                    <a:pt x="442" y="378"/>
                  </a:lnTo>
                  <a:lnTo>
                    <a:pt x="446" y="394"/>
                  </a:lnTo>
                  <a:lnTo>
                    <a:pt x="453" y="428"/>
                  </a:lnTo>
                  <a:lnTo>
                    <a:pt x="460" y="462"/>
                  </a:lnTo>
                  <a:lnTo>
                    <a:pt x="465" y="497"/>
                  </a:lnTo>
                  <a:lnTo>
                    <a:pt x="466" y="515"/>
                  </a:lnTo>
                  <a:lnTo>
                    <a:pt x="469" y="537"/>
                  </a:lnTo>
                  <a:lnTo>
                    <a:pt x="471" y="578"/>
                  </a:lnTo>
                  <a:lnTo>
                    <a:pt x="473" y="618"/>
                  </a:lnTo>
                  <a:lnTo>
                    <a:pt x="474" y="662"/>
                  </a:lnTo>
                  <a:close/>
                  <a:moveTo>
                    <a:pt x="516" y="2201"/>
                  </a:moveTo>
                  <a:lnTo>
                    <a:pt x="514" y="2242"/>
                  </a:lnTo>
                  <a:lnTo>
                    <a:pt x="511" y="2282"/>
                  </a:lnTo>
                  <a:lnTo>
                    <a:pt x="509" y="2298"/>
                  </a:lnTo>
                  <a:lnTo>
                    <a:pt x="506" y="2317"/>
                  </a:lnTo>
                  <a:lnTo>
                    <a:pt x="500" y="2351"/>
                  </a:lnTo>
                  <a:lnTo>
                    <a:pt x="492" y="2379"/>
                  </a:lnTo>
                  <a:lnTo>
                    <a:pt x="487" y="2395"/>
                  </a:lnTo>
                  <a:lnTo>
                    <a:pt x="482" y="2407"/>
                  </a:lnTo>
                  <a:lnTo>
                    <a:pt x="476" y="2420"/>
                  </a:lnTo>
                  <a:lnTo>
                    <a:pt x="470" y="2429"/>
                  </a:lnTo>
                  <a:lnTo>
                    <a:pt x="457" y="2451"/>
                  </a:lnTo>
                  <a:lnTo>
                    <a:pt x="444" y="2470"/>
                  </a:lnTo>
                  <a:lnTo>
                    <a:pt x="430" y="2485"/>
                  </a:lnTo>
                  <a:lnTo>
                    <a:pt x="415" y="2498"/>
                  </a:lnTo>
                  <a:lnTo>
                    <a:pt x="401" y="2507"/>
                  </a:lnTo>
                  <a:lnTo>
                    <a:pt x="385" y="2516"/>
                  </a:lnTo>
                  <a:lnTo>
                    <a:pt x="370" y="2520"/>
                  </a:lnTo>
                  <a:lnTo>
                    <a:pt x="355" y="2523"/>
                  </a:lnTo>
                  <a:lnTo>
                    <a:pt x="338" y="2526"/>
                  </a:lnTo>
                  <a:lnTo>
                    <a:pt x="320" y="2523"/>
                  </a:lnTo>
                  <a:lnTo>
                    <a:pt x="303" y="2520"/>
                  </a:lnTo>
                  <a:lnTo>
                    <a:pt x="285" y="2513"/>
                  </a:lnTo>
                  <a:lnTo>
                    <a:pt x="269" y="2504"/>
                  </a:lnTo>
                  <a:lnTo>
                    <a:pt x="253" y="2491"/>
                  </a:lnTo>
                  <a:lnTo>
                    <a:pt x="238" y="2476"/>
                  </a:lnTo>
                  <a:lnTo>
                    <a:pt x="230" y="2470"/>
                  </a:lnTo>
                  <a:lnTo>
                    <a:pt x="222" y="2460"/>
                  </a:lnTo>
                  <a:lnTo>
                    <a:pt x="207" y="2438"/>
                  </a:lnTo>
                  <a:lnTo>
                    <a:pt x="201" y="2429"/>
                  </a:lnTo>
                  <a:lnTo>
                    <a:pt x="194" y="2416"/>
                  </a:lnTo>
                  <a:lnTo>
                    <a:pt x="188" y="2404"/>
                  </a:lnTo>
                  <a:lnTo>
                    <a:pt x="181" y="2388"/>
                  </a:lnTo>
                  <a:lnTo>
                    <a:pt x="176" y="2376"/>
                  </a:lnTo>
                  <a:lnTo>
                    <a:pt x="171" y="2360"/>
                  </a:lnTo>
                  <a:lnTo>
                    <a:pt x="167" y="2342"/>
                  </a:lnTo>
                  <a:lnTo>
                    <a:pt x="163" y="2326"/>
                  </a:lnTo>
                  <a:lnTo>
                    <a:pt x="160" y="2307"/>
                  </a:lnTo>
                  <a:lnTo>
                    <a:pt x="156" y="2289"/>
                  </a:lnTo>
                  <a:lnTo>
                    <a:pt x="153" y="2270"/>
                  </a:lnTo>
                  <a:lnTo>
                    <a:pt x="151" y="2251"/>
                  </a:lnTo>
                  <a:lnTo>
                    <a:pt x="148" y="2207"/>
                  </a:lnTo>
                  <a:lnTo>
                    <a:pt x="147" y="2185"/>
                  </a:lnTo>
                  <a:lnTo>
                    <a:pt x="145" y="2161"/>
                  </a:lnTo>
                  <a:lnTo>
                    <a:pt x="147" y="2129"/>
                  </a:lnTo>
                  <a:lnTo>
                    <a:pt x="148" y="2098"/>
                  </a:lnTo>
                  <a:lnTo>
                    <a:pt x="151" y="2070"/>
                  </a:lnTo>
                  <a:lnTo>
                    <a:pt x="153" y="2042"/>
                  </a:lnTo>
                  <a:lnTo>
                    <a:pt x="157" y="2017"/>
                  </a:lnTo>
                  <a:lnTo>
                    <a:pt x="161" y="1992"/>
                  </a:lnTo>
                  <a:lnTo>
                    <a:pt x="167" y="1970"/>
                  </a:lnTo>
                  <a:lnTo>
                    <a:pt x="170" y="1958"/>
                  </a:lnTo>
                  <a:lnTo>
                    <a:pt x="172" y="1948"/>
                  </a:lnTo>
                  <a:lnTo>
                    <a:pt x="185" y="1908"/>
                  </a:lnTo>
                  <a:lnTo>
                    <a:pt x="199" y="1864"/>
                  </a:lnTo>
                  <a:lnTo>
                    <a:pt x="215" y="1820"/>
                  </a:lnTo>
                  <a:lnTo>
                    <a:pt x="231" y="1780"/>
                  </a:lnTo>
                  <a:lnTo>
                    <a:pt x="337" y="1848"/>
                  </a:lnTo>
                  <a:lnTo>
                    <a:pt x="378" y="1876"/>
                  </a:lnTo>
                  <a:lnTo>
                    <a:pt x="417" y="1911"/>
                  </a:lnTo>
                  <a:lnTo>
                    <a:pt x="428" y="1920"/>
                  </a:lnTo>
                  <a:lnTo>
                    <a:pt x="438" y="1930"/>
                  </a:lnTo>
                  <a:lnTo>
                    <a:pt x="447" y="1939"/>
                  </a:lnTo>
                  <a:lnTo>
                    <a:pt x="456" y="1951"/>
                  </a:lnTo>
                  <a:lnTo>
                    <a:pt x="471" y="1979"/>
                  </a:lnTo>
                  <a:lnTo>
                    <a:pt x="479" y="1995"/>
                  </a:lnTo>
                  <a:lnTo>
                    <a:pt x="487" y="2011"/>
                  </a:lnTo>
                  <a:lnTo>
                    <a:pt x="493" y="2029"/>
                  </a:lnTo>
                  <a:lnTo>
                    <a:pt x="500" y="2048"/>
                  </a:lnTo>
                  <a:lnTo>
                    <a:pt x="503" y="2070"/>
                  </a:lnTo>
                  <a:lnTo>
                    <a:pt x="509" y="2092"/>
                  </a:lnTo>
                  <a:lnTo>
                    <a:pt x="511" y="2117"/>
                  </a:lnTo>
                  <a:lnTo>
                    <a:pt x="514" y="2142"/>
                  </a:lnTo>
                  <a:lnTo>
                    <a:pt x="515" y="2170"/>
                  </a:lnTo>
                  <a:lnTo>
                    <a:pt x="516" y="220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5799" name="Freeform 7"/>
            <p:cNvSpPr>
              <a:spLocks noEditPoints="1"/>
            </p:cNvSpPr>
            <p:nvPr/>
          </p:nvSpPr>
          <p:spPr bwMode="auto">
            <a:xfrm>
              <a:off x="1595" y="2377"/>
              <a:ext cx="585" cy="702"/>
            </a:xfrm>
            <a:custGeom>
              <a:avLst/>
              <a:gdLst/>
              <a:ahLst/>
              <a:cxnLst>
                <a:cxn ang="0">
                  <a:pos x="674" y="815"/>
                </a:cxn>
                <a:cxn ang="0">
                  <a:pos x="660" y="574"/>
                </a:cxn>
                <a:cxn ang="0">
                  <a:pos x="642" y="428"/>
                </a:cxn>
                <a:cxn ang="0">
                  <a:pos x="612" y="300"/>
                </a:cxn>
                <a:cxn ang="0">
                  <a:pos x="571" y="184"/>
                </a:cxn>
                <a:cxn ang="0">
                  <a:pos x="519" y="94"/>
                </a:cxn>
                <a:cxn ang="0">
                  <a:pos x="464" y="38"/>
                </a:cxn>
                <a:cxn ang="0">
                  <a:pos x="406" y="6"/>
                </a:cxn>
                <a:cxn ang="0">
                  <a:pos x="358" y="0"/>
                </a:cxn>
                <a:cxn ang="0">
                  <a:pos x="311" y="6"/>
                </a:cxn>
                <a:cxn ang="0">
                  <a:pos x="258" y="28"/>
                </a:cxn>
                <a:cxn ang="0">
                  <a:pos x="199" y="78"/>
                </a:cxn>
                <a:cxn ang="0">
                  <a:pos x="139" y="169"/>
                </a:cxn>
                <a:cxn ang="0">
                  <a:pos x="104" y="247"/>
                </a:cxn>
                <a:cxn ang="0">
                  <a:pos x="75" y="334"/>
                </a:cxn>
                <a:cxn ang="0">
                  <a:pos x="40" y="490"/>
                </a:cxn>
                <a:cxn ang="0">
                  <a:pos x="16" y="665"/>
                </a:cxn>
                <a:cxn ang="0">
                  <a:pos x="3" y="852"/>
                </a:cxn>
                <a:cxn ang="0">
                  <a:pos x="2" y="1099"/>
                </a:cxn>
                <a:cxn ang="0">
                  <a:pos x="16" y="1302"/>
                </a:cxn>
                <a:cxn ang="0">
                  <a:pos x="38" y="1458"/>
                </a:cxn>
                <a:cxn ang="0">
                  <a:pos x="68" y="1592"/>
                </a:cxn>
                <a:cxn ang="0">
                  <a:pos x="116" y="1723"/>
                </a:cxn>
                <a:cxn ang="0">
                  <a:pos x="159" y="1801"/>
                </a:cxn>
                <a:cxn ang="0">
                  <a:pos x="226" y="1879"/>
                </a:cxn>
                <a:cxn ang="0">
                  <a:pos x="304" y="1929"/>
                </a:cxn>
                <a:cxn ang="0">
                  <a:pos x="393" y="1945"/>
                </a:cxn>
                <a:cxn ang="0">
                  <a:pos x="485" y="1926"/>
                </a:cxn>
                <a:cxn ang="0">
                  <a:pos x="542" y="1892"/>
                </a:cxn>
                <a:cxn ang="0">
                  <a:pos x="626" y="1811"/>
                </a:cxn>
                <a:cxn ang="0">
                  <a:pos x="647" y="1467"/>
                </a:cxn>
                <a:cxn ang="0">
                  <a:pos x="596" y="1520"/>
                </a:cxn>
                <a:cxn ang="0">
                  <a:pos x="540" y="1595"/>
                </a:cxn>
                <a:cxn ang="0">
                  <a:pos x="480" y="1639"/>
                </a:cxn>
                <a:cxn ang="0">
                  <a:pos x="433" y="1658"/>
                </a:cxn>
                <a:cxn ang="0">
                  <a:pos x="370" y="1655"/>
                </a:cxn>
                <a:cxn ang="0">
                  <a:pos x="317" y="1633"/>
                </a:cxn>
                <a:cxn ang="0">
                  <a:pos x="272" y="1589"/>
                </a:cxn>
                <a:cxn ang="0">
                  <a:pos x="235" y="1520"/>
                </a:cxn>
                <a:cxn ang="0">
                  <a:pos x="204" y="1436"/>
                </a:cxn>
                <a:cxn ang="0">
                  <a:pos x="183" y="1333"/>
                </a:cxn>
                <a:cxn ang="0">
                  <a:pos x="167" y="1221"/>
                </a:cxn>
                <a:cxn ang="0">
                  <a:pos x="159" y="1090"/>
                </a:cxn>
                <a:cxn ang="0">
                  <a:pos x="245" y="1018"/>
                </a:cxn>
                <a:cxn ang="0">
                  <a:pos x="666" y="1021"/>
                </a:cxn>
                <a:cxn ang="0">
                  <a:pos x="324" y="749"/>
                </a:cxn>
                <a:cxn ang="0">
                  <a:pos x="167" y="631"/>
                </a:cxn>
                <a:cxn ang="0">
                  <a:pos x="193" y="481"/>
                </a:cxn>
                <a:cxn ang="0">
                  <a:pos x="221" y="390"/>
                </a:cxn>
                <a:cxn ang="0">
                  <a:pos x="257" y="319"/>
                </a:cxn>
                <a:cxn ang="0">
                  <a:pos x="292" y="281"/>
                </a:cxn>
                <a:cxn ang="0">
                  <a:pos x="340" y="259"/>
                </a:cxn>
                <a:cxn ang="0">
                  <a:pos x="388" y="265"/>
                </a:cxn>
                <a:cxn ang="0">
                  <a:pos x="420" y="290"/>
                </a:cxn>
                <a:cxn ang="0">
                  <a:pos x="455" y="340"/>
                </a:cxn>
                <a:cxn ang="0">
                  <a:pos x="489" y="437"/>
                </a:cxn>
                <a:cxn ang="0">
                  <a:pos x="514" y="565"/>
                </a:cxn>
                <a:cxn ang="0">
                  <a:pos x="524" y="696"/>
                </a:cxn>
              </a:cxnLst>
              <a:rect l="0" t="0" r="r" b="b"/>
              <a:pathLst>
                <a:path w="677" h="1945">
                  <a:moveTo>
                    <a:pt x="677" y="999"/>
                  </a:moveTo>
                  <a:lnTo>
                    <a:pt x="677" y="937"/>
                  </a:lnTo>
                  <a:lnTo>
                    <a:pt x="677" y="874"/>
                  </a:lnTo>
                  <a:lnTo>
                    <a:pt x="674" y="815"/>
                  </a:lnTo>
                  <a:lnTo>
                    <a:pt x="673" y="752"/>
                  </a:lnTo>
                  <a:lnTo>
                    <a:pt x="669" y="693"/>
                  </a:lnTo>
                  <a:lnTo>
                    <a:pt x="665" y="634"/>
                  </a:lnTo>
                  <a:lnTo>
                    <a:pt x="660" y="574"/>
                  </a:lnTo>
                  <a:lnTo>
                    <a:pt x="653" y="515"/>
                  </a:lnTo>
                  <a:lnTo>
                    <a:pt x="651" y="484"/>
                  </a:lnTo>
                  <a:lnTo>
                    <a:pt x="647" y="456"/>
                  </a:lnTo>
                  <a:lnTo>
                    <a:pt x="642" y="428"/>
                  </a:lnTo>
                  <a:lnTo>
                    <a:pt x="637" y="400"/>
                  </a:lnTo>
                  <a:lnTo>
                    <a:pt x="632" y="375"/>
                  </a:lnTo>
                  <a:lnTo>
                    <a:pt x="625" y="350"/>
                  </a:lnTo>
                  <a:lnTo>
                    <a:pt x="612" y="300"/>
                  </a:lnTo>
                  <a:lnTo>
                    <a:pt x="597" y="250"/>
                  </a:lnTo>
                  <a:lnTo>
                    <a:pt x="589" y="228"/>
                  </a:lnTo>
                  <a:lnTo>
                    <a:pt x="580" y="206"/>
                  </a:lnTo>
                  <a:lnTo>
                    <a:pt x="571" y="184"/>
                  </a:lnTo>
                  <a:lnTo>
                    <a:pt x="561" y="166"/>
                  </a:lnTo>
                  <a:lnTo>
                    <a:pt x="540" y="125"/>
                  </a:lnTo>
                  <a:lnTo>
                    <a:pt x="529" y="109"/>
                  </a:lnTo>
                  <a:lnTo>
                    <a:pt x="519" y="94"/>
                  </a:lnTo>
                  <a:lnTo>
                    <a:pt x="508" y="81"/>
                  </a:lnTo>
                  <a:lnTo>
                    <a:pt x="497" y="69"/>
                  </a:lnTo>
                  <a:lnTo>
                    <a:pt x="475" y="47"/>
                  </a:lnTo>
                  <a:lnTo>
                    <a:pt x="464" y="38"/>
                  </a:lnTo>
                  <a:lnTo>
                    <a:pt x="452" y="31"/>
                  </a:lnTo>
                  <a:lnTo>
                    <a:pt x="440" y="22"/>
                  </a:lnTo>
                  <a:lnTo>
                    <a:pt x="429" y="16"/>
                  </a:lnTo>
                  <a:lnTo>
                    <a:pt x="406" y="6"/>
                  </a:lnTo>
                  <a:lnTo>
                    <a:pt x="393" y="3"/>
                  </a:lnTo>
                  <a:lnTo>
                    <a:pt x="381" y="3"/>
                  </a:lnTo>
                  <a:lnTo>
                    <a:pt x="370" y="0"/>
                  </a:lnTo>
                  <a:lnTo>
                    <a:pt x="358" y="0"/>
                  </a:lnTo>
                  <a:lnTo>
                    <a:pt x="353" y="0"/>
                  </a:lnTo>
                  <a:lnTo>
                    <a:pt x="339" y="0"/>
                  </a:lnTo>
                  <a:lnTo>
                    <a:pt x="325" y="3"/>
                  </a:lnTo>
                  <a:lnTo>
                    <a:pt x="311" y="6"/>
                  </a:lnTo>
                  <a:lnTo>
                    <a:pt x="297" y="9"/>
                  </a:lnTo>
                  <a:lnTo>
                    <a:pt x="284" y="16"/>
                  </a:lnTo>
                  <a:lnTo>
                    <a:pt x="271" y="22"/>
                  </a:lnTo>
                  <a:lnTo>
                    <a:pt x="258" y="28"/>
                  </a:lnTo>
                  <a:lnTo>
                    <a:pt x="245" y="34"/>
                  </a:lnTo>
                  <a:lnTo>
                    <a:pt x="234" y="44"/>
                  </a:lnTo>
                  <a:lnTo>
                    <a:pt x="222" y="53"/>
                  </a:lnTo>
                  <a:lnTo>
                    <a:pt x="199" y="78"/>
                  </a:lnTo>
                  <a:lnTo>
                    <a:pt x="177" y="103"/>
                  </a:lnTo>
                  <a:lnTo>
                    <a:pt x="167" y="119"/>
                  </a:lnTo>
                  <a:lnTo>
                    <a:pt x="158" y="134"/>
                  </a:lnTo>
                  <a:lnTo>
                    <a:pt x="139" y="169"/>
                  </a:lnTo>
                  <a:lnTo>
                    <a:pt x="130" y="187"/>
                  </a:lnTo>
                  <a:lnTo>
                    <a:pt x="121" y="206"/>
                  </a:lnTo>
                  <a:lnTo>
                    <a:pt x="112" y="225"/>
                  </a:lnTo>
                  <a:lnTo>
                    <a:pt x="104" y="247"/>
                  </a:lnTo>
                  <a:lnTo>
                    <a:pt x="97" y="269"/>
                  </a:lnTo>
                  <a:lnTo>
                    <a:pt x="89" y="290"/>
                  </a:lnTo>
                  <a:lnTo>
                    <a:pt x="81" y="312"/>
                  </a:lnTo>
                  <a:lnTo>
                    <a:pt x="75" y="334"/>
                  </a:lnTo>
                  <a:lnTo>
                    <a:pt x="62" y="384"/>
                  </a:lnTo>
                  <a:lnTo>
                    <a:pt x="55" y="409"/>
                  </a:lnTo>
                  <a:lnTo>
                    <a:pt x="50" y="434"/>
                  </a:lnTo>
                  <a:lnTo>
                    <a:pt x="40" y="490"/>
                  </a:lnTo>
                  <a:lnTo>
                    <a:pt x="30" y="546"/>
                  </a:lnTo>
                  <a:lnTo>
                    <a:pt x="22" y="606"/>
                  </a:lnTo>
                  <a:lnTo>
                    <a:pt x="18" y="634"/>
                  </a:lnTo>
                  <a:lnTo>
                    <a:pt x="16" y="665"/>
                  </a:lnTo>
                  <a:lnTo>
                    <a:pt x="9" y="724"/>
                  </a:lnTo>
                  <a:lnTo>
                    <a:pt x="8" y="756"/>
                  </a:lnTo>
                  <a:lnTo>
                    <a:pt x="5" y="790"/>
                  </a:lnTo>
                  <a:lnTo>
                    <a:pt x="3" y="852"/>
                  </a:lnTo>
                  <a:lnTo>
                    <a:pt x="0" y="921"/>
                  </a:lnTo>
                  <a:lnTo>
                    <a:pt x="0" y="990"/>
                  </a:lnTo>
                  <a:lnTo>
                    <a:pt x="0" y="1046"/>
                  </a:lnTo>
                  <a:lnTo>
                    <a:pt x="2" y="1099"/>
                  </a:lnTo>
                  <a:lnTo>
                    <a:pt x="4" y="1152"/>
                  </a:lnTo>
                  <a:lnTo>
                    <a:pt x="7" y="1202"/>
                  </a:lnTo>
                  <a:lnTo>
                    <a:pt x="11" y="1252"/>
                  </a:lnTo>
                  <a:lnTo>
                    <a:pt x="16" y="1302"/>
                  </a:lnTo>
                  <a:lnTo>
                    <a:pt x="21" y="1349"/>
                  </a:lnTo>
                  <a:lnTo>
                    <a:pt x="26" y="1392"/>
                  </a:lnTo>
                  <a:lnTo>
                    <a:pt x="34" y="1436"/>
                  </a:lnTo>
                  <a:lnTo>
                    <a:pt x="38" y="1458"/>
                  </a:lnTo>
                  <a:lnTo>
                    <a:pt x="41" y="1477"/>
                  </a:lnTo>
                  <a:lnTo>
                    <a:pt x="49" y="1517"/>
                  </a:lnTo>
                  <a:lnTo>
                    <a:pt x="58" y="1555"/>
                  </a:lnTo>
                  <a:lnTo>
                    <a:pt x="68" y="1592"/>
                  </a:lnTo>
                  <a:lnTo>
                    <a:pt x="79" y="1626"/>
                  </a:lnTo>
                  <a:lnTo>
                    <a:pt x="90" y="1661"/>
                  </a:lnTo>
                  <a:lnTo>
                    <a:pt x="103" y="1692"/>
                  </a:lnTo>
                  <a:lnTo>
                    <a:pt x="116" y="1723"/>
                  </a:lnTo>
                  <a:lnTo>
                    <a:pt x="123" y="1739"/>
                  </a:lnTo>
                  <a:lnTo>
                    <a:pt x="130" y="1751"/>
                  </a:lnTo>
                  <a:lnTo>
                    <a:pt x="144" y="1776"/>
                  </a:lnTo>
                  <a:lnTo>
                    <a:pt x="159" y="1801"/>
                  </a:lnTo>
                  <a:lnTo>
                    <a:pt x="175" y="1823"/>
                  </a:lnTo>
                  <a:lnTo>
                    <a:pt x="191" y="1845"/>
                  </a:lnTo>
                  <a:lnTo>
                    <a:pt x="208" y="1864"/>
                  </a:lnTo>
                  <a:lnTo>
                    <a:pt x="226" y="1879"/>
                  </a:lnTo>
                  <a:lnTo>
                    <a:pt x="245" y="1895"/>
                  </a:lnTo>
                  <a:lnTo>
                    <a:pt x="265" y="1907"/>
                  </a:lnTo>
                  <a:lnTo>
                    <a:pt x="284" y="1920"/>
                  </a:lnTo>
                  <a:lnTo>
                    <a:pt x="304" y="1929"/>
                  </a:lnTo>
                  <a:lnTo>
                    <a:pt x="326" y="1936"/>
                  </a:lnTo>
                  <a:lnTo>
                    <a:pt x="348" y="1942"/>
                  </a:lnTo>
                  <a:lnTo>
                    <a:pt x="370" y="1945"/>
                  </a:lnTo>
                  <a:lnTo>
                    <a:pt x="393" y="1945"/>
                  </a:lnTo>
                  <a:lnTo>
                    <a:pt x="425" y="1942"/>
                  </a:lnTo>
                  <a:lnTo>
                    <a:pt x="456" y="1936"/>
                  </a:lnTo>
                  <a:lnTo>
                    <a:pt x="471" y="1932"/>
                  </a:lnTo>
                  <a:lnTo>
                    <a:pt x="485" y="1926"/>
                  </a:lnTo>
                  <a:lnTo>
                    <a:pt x="499" y="1920"/>
                  </a:lnTo>
                  <a:lnTo>
                    <a:pt x="514" y="1911"/>
                  </a:lnTo>
                  <a:lnTo>
                    <a:pt x="528" y="1901"/>
                  </a:lnTo>
                  <a:lnTo>
                    <a:pt x="542" y="1892"/>
                  </a:lnTo>
                  <a:lnTo>
                    <a:pt x="570" y="1867"/>
                  </a:lnTo>
                  <a:lnTo>
                    <a:pt x="584" y="1854"/>
                  </a:lnTo>
                  <a:lnTo>
                    <a:pt x="598" y="1842"/>
                  </a:lnTo>
                  <a:lnTo>
                    <a:pt x="626" y="1811"/>
                  </a:lnTo>
                  <a:lnTo>
                    <a:pt x="634" y="1786"/>
                  </a:lnTo>
                  <a:lnTo>
                    <a:pt x="639" y="1626"/>
                  </a:lnTo>
                  <a:lnTo>
                    <a:pt x="643" y="1545"/>
                  </a:lnTo>
                  <a:lnTo>
                    <a:pt x="647" y="1467"/>
                  </a:lnTo>
                  <a:lnTo>
                    <a:pt x="635" y="1449"/>
                  </a:lnTo>
                  <a:lnTo>
                    <a:pt x="623" y="1474"/>
                  </a:lnTo>
                  <a:lnTo>
                    <a:pt x="609" y="1499"/>
                  </a:lnTo>
                  <a:lnTo>
                    <a:pt x="596" y="1520"/>
                  </a:lnTo>
                  <a:lnTo>
                    <a:pt x="582" y="1542"/>
                  </a:lnTo>
                  <a:lnTo>
                    <a:pt x="569" y="1561"/>
                  </a:lnTo>
                  <a:lnTo>
                    <a:pt x="555" y="1580"/>
                  </a:lnTo>
                  <a:lnTo>
                    <a:pt x="540" y="1595"/>
                  </a:lnTo>
                  <a:lnTo>
                    <a:pt x="525" y="1608"/>
                  </a:lnTo>
                  <a:lnTo>
                    <a:pt x="511" y="1620"/>
                  </a:lnTo>
                  <a:lnTo>
                    <a:pt x="496" y="1630"/>
                  </a:lnTo>
                  <a:lnTo>
                    <a:pt x="480" y="1639"/>
                  </a:lnTo>
                  <a:lnTo>
                    <a:pt x="472" y="1642"/>
                  </a:lnTo>
                  <a:lnTo>
                    <a:pt x="465" y="1648"/>
                  </a:lnTo>
                  <a:lnTo>
                    <a:pt x="448" y="1651"/>
                  </a:lnTo>
                  <a:lnTo>
                    <a:pt x="433" y="1658"/>
                  </a:lnTo>
                  <a:lnTo>
                    <a:pt x="416" y="1658"/>
                  </a:lnTo>
                  <a:lnTo>
                    <a:pt x="399" y="1661"/>
                  </a:lnTo>
                  <a:lnTo>
                    <a:pt x="384" y="1658"/>
                  </a:lnTo>
                  <a:lnTo>
                    <a:pt x="370" y="1655"/>
                  </a:lnTo>
                  <a:lnTo>
                    <a:pt x="356" y="1651"/>
                  </a:lnTo>
                  <a:lnTo>
                    <a:pt x="343" y="1648"/>
                  </a:lnTo>
                  <a:lnTo>
                    <a:pt x="330" y="1639"/>
                  </a:lnTo>
                  <a:lnTo>
                    <a:pt x="317" y="1633"/>
                  </a:lnTo>
                  <a:lnTo>
                    <a:pt x="306" y="1623"/>
                  </a:lnTo>
                  <a:lnTo>
                    <a:pt x="294" y="1614"/>
                  </a:lnTo>
                  <a:lnTo>
                    <a:pt x="283" y="1602"/>
                  </a:lnTo>
                  <a:lnTo>
                    <a:pt x="272" y="1589"/>
                  </a:lnTo>
                  <a:lnTo>
                    <a:pt x="262" y="1573"/>
                  </a:lnTo>
                  <a:lnTo>
                    <a:pt x="253" y="1558"/>
                  </a:lnTo>
                  <a:lnTo>
                    <a:pt x="244" y="1539"/>
                  </a:lnTo>
                  <a:lnTo>
                    <a:pt x="235" y="1520"/>
                  </a:lnTo>
                  <a:lnTo>
                    <a:pt x="226" y="1502"/>
                  </a:lnTo>
                  <a:lnTo>
                    <a:pt x="218" y="1480"/>
                  </a:lnTo>
                  <a:lnTo>
                    <a:pt x="212" y="1458"/>
                  </a:lnTo>
                  <a:lnTo>
                    <a:pt x="204" y="1436"/>
                  </a:lnTo>
                  <a:lnTo>
                    <a:pt x="198" y="1411"/>
                  </a:lnTo>
                  <a:lnTo>
                    <a:pt x="193" y="1386"/>
                  </a:lnTo>
                  <a:lnTo>
                    <a:pt x="186" y="1361"/>
                  </a:lnTo>
                  <a:lnTo>
                    <a:pt x="183" y="1333"/>
                  </a:lnTo>
                  <a:lnTo>
                    <a:pt x="177" y="1308"/>
                  </a:lnTo>
                  <a:lnTo>
                    <a:pt x="174" y="1280"/>
                  </a:lnTo>
                  <a:lnTo>
                    <a:pt x="170" y="1249"/>
                  </a:lnTo>
                  <a:lnTo>
                    <a:pt x="167" y="1221"/>
                  </a:lnTo>
                  <a:lnTo>
                    <a:pt x="165" y="1189"/>
                  </a:lnTo>
                  <a:lnTo>
                    <a:pt x="162" y="1155"/>
                  </a:lnTo>
                  <a:lnTo>
                    <a:pt x="161" y="1124"/>
                  </a:lnTo>
                  <a:lnTo>
                    <a:pt x="159" y="1090"/>
                  </a:lnTo>
                  <a:lnTo>
                    <a:pt x="158" y="1055"/>
                  </a:lnTo>
                  <a:lnTo>
                    <a:pt x="158" y="1021"/>
                  </a:lnTo>
                  <a:lnTo>
                    <a:pt x="202" y="1018"/>
                  </a:lnTo>
                  <a:lnTo>
                    <a:pt x="245" y="1018"/>
                  </a:lnTo>
                  <a:lnTo>
                    <a:pt x="333" y="1018"/>
                  </a:lnTo>
                  <a:lnTo>
                    <a:pt x="410" y="1018"/>
                  </a:lnTo>
                  <a:lnTo>
                    <a:pt x="538" y="1018"/>
                  </a:lnTo>
                  <a:lnTo>
                    <a:pt x="666" y="1021"/>
                  </a:lnTo>
                  <a:lnTo>
                    <a:pt x="677" y="999"/>
                  </a:lnTo>
                  <a:close/>
                  <a:moveTo>
                    <a:pt x="524" y="746"/>
                  </a:moveTo>
                  <a:lnTo>
                    <a:pt x="424" y="749"/>
                  </a:lnTo>
                  <a:lnTo>
                    <a:pt x="324" y="749"/>
                  </a:lnTo>
                  <a:lnTo>
                    <a:pt x="158" y="749"/>
                  </a:lnTo>
                  <a:lnTo>
                    <a:pt x="161" y="699"/>
                  </a:lnTo>
                  <a:lnTo>
                    <a:pt x="165" y="653"/>
                  </a:lnTo>
                  <a:lnTo>
                    <a:pt x="167" y="631"/>
                  </a:lnTo>
                  <a:lnTo>
                    <a:pt x="170" y="609"/>
                  </a:lnTo>
                  <a:lnTo>
                    <a:pt x="176" y="565"/>
                  </a:lnTo>
                  <a:lnTo>
                    <a:pt x="184" y="521"/>
                  </a:lnTo>
                  <a:lnTo>
                    <a:pt x="193" y="481"/>
                  </a:lnTo>
                  <a:lnTo>
                    <a:pt x="198" y="462"/>
                  </a:lnTo>
                  <a:lnTo>
                    <a:pt x="203" y="443"/>
                  </a:lnTo>
                  <a:lnTo>
                    <a:pt x="215" y="406"/>
                  </a:lnTo>
                  <a:lnTo>
                    <a:pt x="221" y="390"/>
                  </a:lnTo>
                  <a:lnTo>
                    <a:pt x="227" y="372"/>
                  </a:lnTo>
                  <a:lnTo>
                    <a:pt x="243" y="343"/>
                  </a:lnTo>
                  <a:lnTo>
                    <a:pt x="249" y="331"/>
                  </a:lnTo>
                  <a:lnTo>
                    <a:pt x="257" y="319"/>
                  </a:lnTo>
                  <a:lnTo>
                    <a:pt x="266" y="306"/>
                  </a:lnTo>
                  <a:lnTo>
                    <a:pt x="274" y="297"/>
                  </a:lnTo>
                  <a:lnTo>
                    <a:pt x="283" y="287"/>
                  </a:lnTo>
                  <a:lnTo>
                    <a:pt x="292" y="281"/>
                  </a:lnTo>
                  <a:lnTo>
                    <a:pt x="310" y="269"/>
                  </a:lnTo>
                  <a:lnTo>
                    <a:pt x="320" y="265"/>
                  </a:lnTo>
                  <a:lnTo>
                    <a:pt x="330" y="259"/>
                  </a:lnTo>
                  <a:lnTo>
                    <a:pt x="340" y="259"/>
                  </a:lnTo>
                  <a:lnTo>
                    <a:pt x="351" y="256"/>
                  </a:lnTo>
                  <a:lnTo>
                    <a:pt x="366" y="259"/>
                  </a:lnTo>
                  <a:lnTo>
                    <a:pt x="380" y="262"/>
                  </a:lnTo>
                  <a:lnTo>
                    <a:pt x="388" y="265"/>
                  </a:lnTo>
                  <a:lnTo>
                    <a:pt x="394" y="269"/>
                  </a:lnTo>
                  <a:lnTo>
                    <a:pt x="401" y="275"/>
                  </a:lnTo>
                  <a:lnTo>
                    <a:pt x="407" y="278"/>
                  </a:lnTo>
                  <a:lnTo>
                    <a:pt x="420" y="290"/>
                  </a:lnTo>
                  <a:lnTo>
                    <a:pt x="431" y="306"/>
                  </a:lnTo>
                  <a:lnTo>
                    <a:pt x="443" y="322"/>
                  </a:lnTo>
                  <a:lnTo>
                    <a:pt x="449" y="331"/>
                  </a:lnTo>
                  <a:lnTo>
                    <a:pt x="455" y="340"/>
                  </a:lnTo>
                  <a:lnTo>
                    <a:pt x="464" y="362"/>
                  </a:lnTo>
                  <a:lnTo>
                    <a:pt x="474" y="384"/>
                  </a:lnTo>
                  <a:lnTo>
                    <a:pt x="481" y="412"/>
                  </a:lnTo>
                  <a:lnTo>
                    <a:pt x="489" y="437"/>
                  </a:lnTo>
                  <a:lnTo>
                    <a:pt x="497" y="465"/>
                  </a:lnTo>
                  <a:lnTo>
                    <a:pt x="503" y="496"/>
                  </a:lnTo>
                  <a:lnTo>
                    <a:pt x="508" y="531"/>
                  </a:lnTo>
                  <a:lnTo>
                    <a:pt x="514" y="565"/>
                  </a:lnTo>
                  <a:lnTo>
                    <a:pt x="517" y="593"/>
                  </a:lnTo>
                  <a:lnTo>
                    <a:pt x="520" y="631"/>
                  </a:lnTo>
                  <a:lnTo>
                    <a:pt x="523" y="665"/>
                  </a:lnTo>
                  <a:lnTo>
                    <a:pt x="524" y="696"/>
                  </a:lnTo>
                  <a:lnTo>
                    <a:pt x="524" y="74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5800" name="Freeform 8"/>
            <p:cNvSpPr>
              <a:spLocks/>
            </p:cNvSpPr>
            <p:nvPr/>
          </p:nvSpPr>
          <p:spPr bwMode="auto">
            <a:xfrm>
              <a:off x="2322" y="2393"/>
              <a:ext cx="576" cy="685"/>
            </a:xfrm>
            <a:custGeom>
              <a:avLst/>
              <a:gdLst/>
              <a:ahLst/>
              <a:cxnLst>
                <a:cxn ang="0">
                  <a:pos x="667" y="1780"/>
                </a:cxn>
                <a:cxn ang="0">
                  <a:pos x="664" y="1602"/>
                </a:cxn>
                <a:cxn ang="0">
                  <a:pos x="661" y="1333"/>
                </a:cxn>
                <a:cxn ang="0">
                  <a:pos x="661" y="737"/>
                </a:cxn>
                <a:cxn ang="0">
                  <a:pos x="658" y="544"/>
                </a:cxn>
                <a:cxn ang="0">
                  <a:pos x="653" y="447"/>
                </a:cxn>
                <a:cxn ang="0">
                  <a:pos x="646" y="356"/>
                </a:cxn>
                <a:cxn ang="0">
                  <a:pos x="633" y="272"/>
                </a:cxn>
                <a:cxn ang="0">
                  <a:pos x="620" y="216"/>
                </a:cxn>
                <a:cxn ang="0">
                  <a:pos x="610" y="185"/>
                </a:cxn>
                <a:cxn ang="0">
                  <a:pos x="592" y="141"/>
                </a:cxn>
                <a:cxn ang="0">
                  <a:pos x="572" y="100"/>
                </a:cxn>
                <a:cxn ang="0">
                  <a:pos x="551" y="69"/>
                </a:cxn>
                <a:cxn ang="0">
                  <a:pos x="528" y="44"/>
                </a:cxn>
                <a:cxn ang="0">
                  <a:pos x="503" y="25"/>
                </a:cxn>
                <a:cxn ang="0">
                  <a:pos x="470" y="7"/>
                </a:cxn>
                <a:cxn ang="0">
                  <a:pos x="434" y="0"/>
                </a:cxn>
                <a:cxn ang="0">
                  <a:pos x="397" y="7"/>
                </a:cxn>
                <a:cxn ang="0">
                  <a:pos x="361" y="16"/>
                </a:cxn>
                <a:cxn ang="0">
                  <a:pos x="327" y="35"/>
                </a:cxn>
                <a:cxn ang="0">
                  <a:pos x="295" y="63"/>
                </a:cxn>
                <a:cxn ang="0">
                  <a:pos x="265" y="94"/>
                </a:cxn>
                <a:cxn ang="0">
                  <a:pos x="235" y="132"/>
                </a:cxn>
                <a:cxn ang="0">
                  <a:pos x="204" y="175"/>
                </a:cxn>
                <a:cxn ang="0">
                  <a:pos x="175" y="41"/>
                </a:cxn>
                <a:cxn ang="0">
                  <a:pos x="87" y="50"/>
                </a:cxn>
                <a:cxn ang="0">
                  <a:pos x="9" y="85"/>
                </a:cxn>
                <a:cxn ang="0">
                  <a:pos x="8" y="388"/>
                </a:cxn>
                <a:cxn ang="0">
                  <a:pos x="14" y="665"/>
                </a:cxn>
                <a:cxn ang="0">
                  <a:pos x="17" y="943"/>
                </a:cxn>
                <a:cxn ang="0">
                  <a:pos x="18" y="1386"/>
                </a:cxn>
                <a:cxn ang="0">
                  <a:pos x="14" y="1880"/>
                </a:cxn>
                <a:cxn ang="0">
                  <a:pos x="98" y="1895"/>
                </a:cxn>
                <a:cxn ang="0">
                  <a:pos x="184" y="1867"/>
                </a:cxn>
                <a:cxn ang="0">
                  <a:pos x="179" y="1627"/>
                </a:cxn>
                <a:cxn ang="0">
                  <a:pos x="175" y="1383"/>
                </a:cxn>
                <a:cxn ang="0">
                  <a:pos x="172" y="1140"/>
                </a:cxn>
                <a:cxn ang="0">
                  <a:pos x="172" y="506"/>
                </a:cxn>
                <a:cxn ang="0">
                  <a:pos x="218" y="428"/>
                </a:cxn>
                <a:cxn ang="0">
                  <a:pos x="263" y="366"/>
                </a:cxn>
                <a:cxn ang="0">
                  <a:pos x="288" y="341"/>
                </a:cxn>
                <a:cxn ang="0">
                  <a:pos x="313" y="322"/>
                </a:cxn>
                <a:cxn ang="0">
                  <a:pos x="334" y="313"/>
                </a:cxn>
                <a:cxn ang="0">
                  <a:pos x="354" y="306"/>
                </a:cxn>
                <a:cxn ang="0">
                  <a:pos x="388" y="310"/>
                </a:cxn>
                <a:cxn ang="0">
                  <a:pos x="404" y="316"/>
                </a:cxn>
                <a:cxn ang="0">
                  <a:pos x="420" y="325"/>
                </a:cxn>
                <a:cxn ang="0">
                  <a:pos x="434" y="341"/>
                </a:cxn>
                <a:cxn ang="0">
                  <a:pos x="452" y="369"/>
                </a:cxn>
                <a:cxn ang="0">
                  <a:pos x="462" y="391"/>
                </a:cxn>
                <a:cxn ang="0">
                  <a:pos x="475" y="434"/>
                </a:cxn>
                <a:cxn ang="0">
                  <a:pos x="487" y="497"/>
                </a:cxn>
                <a:cxn ang="0">
                  <a:pos x="497" y="569"/>
                </a:cxn>
                <a:cxn ang="0">
                  <a:pos x="503" y="644"/>
                </a:cxn>
                <a:cxn ang="0">
                  <a:pos x="506" y="722"/>
                </a:cxn>
                <a:cxn ang="0">
                  <a:pos x="507" y="881"/>
                </a:cxn>
                <a:cxn ang="0">
                  <a:pos x="507" y="1021"/>
                </a:cxn>
                <a:cxn ang="0">
                  <a:pos x="506" y="1880"/>
                </a:cxn>
                <a:cxn ang="0">
                  <a:pos x="588" y="1895"/>
                </a:cxn>
                <a:cxn ang="0">
                  <a:pos x="670" y="1867"/>
                </a:cxn>
              </a:cxnLst>
              <a:rect l="0" t="0" r="r" b="b"/>
              <a:pathLst>
                <a:path w="670" h="1905">
                  <a:moveTo>
                    <a:pt x="670" y="1867"/>
                  </a:moveTo>
                  <a:lnTo>
                    <a:pt x="667" y="1780"/>
                  </a:lnTo>
                  <a:lnTo>
                    <a:pt x="665" y="1689"/>
                  </a:lnTo>
                  <a:lnTo>
                    <a:pt x="664" y="1602"/>
                  </a:lnTo>
                  <a:lnTo>
                    <a:pt x="662" y="1511"/>
                  </a:lnTo>
                  <a:lnTo>
                    <a:pt x="661" y="1333"/>
                  </a:lnTo>
                  <a:lnTo>
                    <a:pt x="661" y="1155"/>
                  </a:lnTo>
                  <a:lnTo>
                    <a:pt x="661" y="737"/>
                  </a:lnTo>
                  <a:lnTo>
                    <a:pt x="660" y="644"/>
                  </a:lnTo>
                  <a:lnTo>
                    <a:pt x="658" y="544"/>
                  </a:lnTo>
                  <a:lnTo>
                    <a:pt x="656" y="494"/>
                  </a:lnTo>
                  <a:lnTo>
                    <a:pt x="653" y="447"/>
                  </a:lnTo>
                  <a:lnTo>
                    <a:pt x="651" y="400"/>
                  </a:lnTo>
                  <a:lnTo>
                    <a:pt x="646" y="356"/>
                  </a:lnTo>
                  <a:lnTo>
                    <a:pt x="639" y="313"/>
                  </a:lnTo>
                  <a:lnTo>
                    <a:pt x="633" y="272"/>
                  </a:lnTo>
                  <a:lnTo>
                    <a:pt x="624" y="235"/>
                  </a:lnTo>
                  <a:lnTo>
                    <a:pt x="620" y="216"/>
                  </a:lnTo>
                  <a:lnTo>
                    <a:pt x="615" y="200"/>
                  </a:lnTo>
                  <a:lnTo>
                    <a:pt x="610" y="185"/>
                  </a:lnTo>
                  <a:lnTo>
                    <a:pt x="605" y="169"/>
                  </a:lnTo>
                  <a:lnTo>
                    <a:pt x="592" y="141"/>
                  </a:lnTo>
                  <a:lnTo>
                    <a:pt x="579" y="113"/>
                  </a:lnTo>
                  <a:lnTo>
                    <a:pt x="572" y="100"/>
                  </a:lnTo>
                  <a:lnTo>
                    <a:pt x="566" y="91"/>
                  </a:lnTo>
                  <a:lnTo>
                    <a:pt x="551" y="69"/>
                  </a:lnTo>
                  <a:lnTo>
                    <a:pt x="535" y="50"/>
                  </a:lnTo>
                  <a:lnTo>
                    <a:pt x="528" y="44"/>
                  </a:lnTo>
                  <a:lnTo>
                    <a:pt x="520" y="38"/>
                  </a:lnTo>
                  <a:lnTo>
                    <a:pt x="503" y="25"/>
                  </a:lnTo>
                  <a:lnTo>
                    <a:pt x="487" y="13"/>
                  </a:lnTo>
                  <a:lnTo>
                    <a:pt x="470" y="7"/>
                  </a:lnTo>
                  <a:lnTo>
                    <a:pt x="452" y="4"/>
                  </a:lnTo>
                  <a:lnTo>
                    <a:pt x="434" y="0"/>
                  </a:lnTo>
                  <a:lnTo>
                    <a:pt x="415" y="4"/>
                  </a:lnTo>
                  <a:lnTo>
                    <a:pt x="397" y="7"/>
                  </a:lnTo>
                  <a:lnTo>
                    <a:pt x="379" y="10"/>
                  </a:lnTo>
                  <a:lnTo>
                    <a:pt x="361" y="16"/>
                  </a:lnTo>
                  <a:lnTo>
                    <a:pt x="344" y="25"/>
                  </a:lnTo>
                  <a:lnTo>
                    <a:pt x="327" y="35"/>
                  </a:lnTo>
                  <a:lnTo>
                    <a:pt x="312" y="47"/>
                  </a:lnTo>
                  <a:lnTo>
                    <a:pt x="295" y="63"/>
                  </a:lnTo>
                  <a:lnTo>
                    <a:pt x="280" y="79"/>
                  </a:lnTo>
                  <a:lnTo>
                    <a:pt x="265" y="94"/>
                  </a:lnTo>
                  <a:lnTo>
                    <a:pt x="249" y="113"/>
                  </a:lnTo>
                  <a:lnTo>
                    <a:pt x="235" y="132"/>
                  </a:lnTo>
                  <a:lnTo>
                    <a:pt x="220" y="153"/>
                  </a:lnTo>
                  <a:lnTo>
                    <a:pt x="204" y="175"/>
                  </a:lnTo>
                  <a:lnTo>
                    <a:pt x="173" y="222"/>
                  </a:lnTo>
                  <a:lnTo>
                    <a:pt x="175" y="41"/>
                  </a:lnTo>
                  <a:lnTo>
                    <a:pt x="164" y="13"/>
                  </a:lnTo>
                  <a:lnTo>
                    <a:pt x="87" y="50"/>
                  </a:lnTo>
                  <a:lnTo>
                    <a:pt x="48" y="66"/>
                  </a:lnTo>
                  <a:lnTo>
                    <a:pt x="9" y="85"/>
                  </a:lnTo>
                  <a:lnTo>
                    <a:pt x="0" y="110"/>
                  </a:lnTo>
                  <a:lnTo>
                    <a:pt x="8" y="388"/>
                  </a:lnTo>
                  <a:lnTo>
                    <a:pt x="12" y="525"/>
                  </a:lnTo>
                  <a:lnTo>
                    <a:pt x="14" y="665"/>
                  </a:lnTo>
                  <a:lnTo>
                    <a:pt x="16" y="806"/>
                  </a:lnTo>
                  <a:lnTo>
                    <a:pt x="17" y="943"/>
                  </a:lnTo>
                  <a:lnTo>
                    <a:pt x="18" y="1221"/>
                  </a:lnTo>
                  <a:lnTo>
                    <a:pt x="18" y="1386"/>
                  </a:lnTo>
                  <a:lnTo>
                    <a:pt x="17" y="1552"/>
                  </a:lnTo>
                  <a:lnTo>
                    <a:pt x="14" y="1880"/>
                  </a:lnTo>
                  <a:lnTo>
                    <a:pt x="21" y="1905"/>
                  </a:lnTo>
                  <a:lnTo>
                    <a:pt x="98" y="1895"/>
                  </a:lnTo>
                  <a:lnTo>
                    <a:pt x="175" y="1889"/>
                  </a:lnTo>
                  <a:lnTo>
                    <a:pt x="184" y="1867"/>
                  </a:lnTo>
                  <a:lnTo>
                    <a:pt x="181" y="1745"/>
                  </a:lnTo>
                  <a:lnTo>
                    <a:pt x="179" y="1627"/>
                  </a:lnTo>
                  <a:lnTo>
                    <a:pt x="176" y="1505"/>
                  </a:lnTo>
                  <a:lnTo>
                    <a:pt x="175" y="1383"/>
                  </a:lnTo>
                  <a:lnTo>
                    <a:pt x="173" y="1262"/>
                  </a:lnTo>
                  <a:lnTo>
                    <a:pt x="172" y="1140"/>
                  </a:lnTo>
                  <a:lnTo>
                    <a:pt x="172" y="896"/>
                  </a:lnTo>
                  <a:lnTo>
                    <a:pt x="172" y="506"/>
                  </a:lnTo>
                  <a:lnTo>
                    <a:pt x="195" y="466"/>
                  </a:lnTo>
                  <a:lnTo>
                    <a:pt x="218" y="428"/>
                  </a:lnTo>
                  <a:lnTo>
                    <a:pt x="240" y="394"/>
                  </a:lnTo>
                  <a:lnTo>
                    <a:pt x="263" y="366"/>
                  </a:lnTo>
                  <a:lnTo>
                    <a:pt x="276" y="350"/>
                  </a:lnTo>
                  <a:lnTo>
                    <a:pt x="288" y="341"/>
                  </a:lnTo>
                  <a:lnTo>
                    <a:pt x="300" y="328"/>
                  </a:lnTo>
                  <a:lnTo>
                    <a:pt x="313" y="322"/>
                  </a:lnTo>
                  <a:lnTo>
                    <a:pt x="326" y="316"/>
                  </a:lnTo>
                  <a:lnTo>
                    <a:pt x="334" y="313"/>
                  </a:lnTo>
                  <a:lnTo>
                    <a:pt x="340" y="310"/>
                  </a:lnTo>
                  <a:lnTo>
                    <a:pt x="354" y="306"/>
                  </a:lnTo>
                  <a:lnTo>
                    <a:pt x="368" y="306"/>
                  </a:lnTo>
                  <a:lnTo>
                    <a:pt x="388" y="310"/>
                  </a:lnTo>
                  <a:lnTo>
                    <a:pt x="395" y="313"/>
                  </a:lnTo>
                  <a:lnTo>
                    <a:pt x="404" y="316"/>
                  </a:lnTo>
                  <a:lnTo>
                    <a:pt x="412" y="319"/>
                  </a:lnTo>
                  <a:lnTo>
                    <a:pt x="420" y="325"/>
                  </a:lnTo>
                  <a:lnTo>
                    <a:pt x="426" y="331"/>
                  </a:lnTo>
                  <a:lnTo>
                    <a:pt x="434" y="341"/>
                  </a:lnTo>
                  <a:lnTo>
                    <a:pt x="445" y="359"/>
                  </a:lnTo>
                  <a:lnTo>
                    <a:pt x="452" y="369"/>
                  </a:lnTo>
                  <a:lnTo>
                    <a:pt x="457" y="378"/>
                  </a:lnTo>
                  <a:lnTo>
                    <a:pt x="462" y="391"/>
                  </a:lnTo>
                  <a:lnTo>
                    <a:pt x="466" y="406"/>
                  </a:lnTo>
                  <a:lnTo>
                    <a:pt x="475" y="434"/>
                  </a:lnTo>
                  <a:lnTo>
                    <a:pt x="481" y="466"/>
                  </a:lnTo>
                  <a:lnTo>
                    <a:pt x="487" y="497"/>
                  </a:lnTo>
                  <a:lnTo>
                    <a:pt x="493" y="531"/>
                  </a:lnTo>
                  <a:lnTo>
                    <a:pt x="497" y="569"/>
                  </a:lnTo>
                  <a:lnTo>
                    <a:pt x="501" y="603"/>
                  </a:lnTo>
                  <a:lnTo>
                    <a:pt x="503" y="644"/>
                  </a:lnTo>
                  <a:lnTo>
                    <a:pt x="504" y="681"/>
                  </a:lnTo>
                  <a:lnTo>
                    <a:pt x="506" y="722"/>
                  </a:lnTo>
                  <a:lnTo>
                    <a:pt x="507" y="803"/>
                  </a:lnTo>
                  <a:lnTo>
                    <a:pt x="507" y="881"/>
                  </a:lnTo>
                  <a:lnTo>
                    <a:pt x="507" y="953"/>
                  </a:lnTo>
                  <a:lnTo>
                    <a:pt x="507" y="1021"/>
                  </a:lnTo>
                  <a:lnTo>
                    <a:pt x="507" y="1452"/>
                  </a:lnTo>
                  <a:lnTo>
                    <a:pt x="506" y="1880"/>
                  </a:lnTo>
                  <a:lnTo>
                    <a:pt x="513" y="1905"/>
                  </a:lnTo>
                  <a:lnTo>
                    <a:pt x="588" y="1895"/>
                  </a:lnTo>
                  <a:lnTo>
                    <a:pt x="661" y="1889"/>
                  </a:lnTo>
                  <a:lnTo>
                    <a:pt x="670" y="18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5801" name="Freeform 9"/>
            <p:cNvSpPr>
              <a:spLocks noEditPoints="1"/>
            </p:cNvSpPr>
            <p:nvPr/>
          </p:nvSpPr>
          <p:spPr bwMode="auto">
            <a:xfrm>
              <a:off x="3012" y="2035"/>
              <a:ext cx="605" cy="1039"/>
            </a:xfrm>
            <a:custGeom>
              <a:avLst/>
              <a:gdLst/>
              <a:ahLst/>
              <a:cxnLst>
                <a:cxn ang="0">
                  <a:pos x="688" y="2479"/>
                </a:cxn>
                <a:cxn ang="0">
                  <a:pos x="684" y="1433"/>
                </a:cxn>
                <a:cxn ang="0">
                  <a:pos x="692" y="259"/>
                </a:cxn>
                <a:cxn ang="0">
                  <a:pos x="569" y="60"/>
                </a:cxn>
                <a:cxn ang="0">
                  <a:pos x="533" y="481"/>
                </a:cxn>
                <a:cxn ang="0">
                  <a:pos x="537" y="862"/>
                </a:cxn>
                <a:cxn ang="0">
                  <a:pos x="429" y="955"/>
                </a:cxn>
                <a:cxn ang="0">
                  <a:pos x="315" y="984"/>
                </a:cxn>
                <a:cxn ang="0">
                  <a:pos x="239" y="1040"/>
                </a:cxn>
                <a:cxn ang="0">
                  <a:pos x="180" y="1112"/>
                </a:cxn>
                <a:cxn ang="0">
                  <a:pos x="142" y="1177"/>
                </a:cxn>
                <a:cxn ang="0">
                  <a:pos x="98" y="1280"/>
                </a:cxn>
                <a:cxn ang="0">
                  <a:pos x="70" y="1371"/>
                </a:cxn>
                <a:cxn ang="0">
                  <a:pos x="40" y="1502"/>
                </a:cxn>
                <a:cxn ang="0">
                  <a:pos x="18" y="1642"/>
                </a:cxn>
                <a:cxn ang="0">
                  <a:pos x="6" y="1795"/>
                </a:cxn>
                <a:cxn ang="0">
                  <a:pos x="0" y="1958"/>
                </a:cxn>
                <a:cxn ang="0">
                  <a:pos x="9" y="2192"/>
                </a:cxn>
                <a:cxn ang="0">
                  <a:pos x="38" y="2410"/>
                </a:cxn>
                <a:cxn ang="0">
                  <a:pos x="83" y="2601"/>
                </a:cxn>
                <a:cxn ang="0">
                  <a:pos x="129" y="2716"/>
                </a:cxn>
                <a:cxn ang="0">
                  <a:pos x="185" y="2807"/>
                </a:cxn>
                <a:cxn ang="0">
                  <a:pos x="251" y="2863"/>
                </a:cxn>
                <a:cxn ang="0">
                  <a:pos x="328" y="2885"/>
                </a:cxn>
                <a:cxn ang="0">
                  <a:pos x="385" y="2872"/>
                </a:cxn>
                <a:cxn ang="0">
                  <a:pos x="437" y="2838"/>
                </a:cxn>
                <a:cxn ang="0">
                  <a:pos x="509" y="2747"/>
                </a:cxn>
                <a:cxn ang="0">
                  <a:pos x="615" y="2850"/>
                </a:cxn>
                <a:cxn ang="0">
                  <a:pos x="533" y="2048"/>
                </a:cxn>
                <a:cxn ang="0">
                  <a:pos x="494" y="2476"/>
                </a:cxn>
                <a:cxn ang="0">
                  <a:pos x="456" y="2526"/>
                </a:cxn>
                <a:cxn ang="0">
                  <a:pos x="414" y="2557"/>
                </a:cxn>
                <a:cxn ang="0">
                  <a:pos x="369" y="2566"/>
                </a:cxn>
                <a:cxn ang="0">
                  <a:pos x="307" y="2548"/>
                </a:cxn>
                <a:cxn ang="0">
                  <a:pos x="265" y="2507"/>
                </a:cxn>
                <a:cxn ang="0">
                  <a:pos x="230" y="2448"/>
                </a:cxn>
                <a:cxn ang="0">
                  <a:pos x="203" y="2370"/>
                </a:cxn>
                <a:cxn ang="0">
                  <a:pos x="184" y="2276"/>
                </a:cxn>
                <a:cxn ang="0">
                  <a:pos x="165" y="2117"/>
                </a:cxn>
                <a:cxn ang="0">
                  <a:pos x="161" y="1923"/>
                </a:cxn>
                <a:cxn ang="0">
                  <a:pos x="168" y="1764"/>
                </a:cxn>
                <a:cxn ang="0">
                  <a:pos x="185" y="1627"/>
                </a:cxn>
                <a:cxn ang="0">
                  <a:pos x="211" y="1508"/>
                </a:cxn>
                <a:cxn ang="0">
                  <a:pos x="236" y="1433"/>
                </a:cxn>
                <a:cxn ang="0">
                  <a:pos x="279" y="1349"/>
                </a:cxn>
                <a:cxn ang="0">
                  <a:pos x="330" y="1289"/>
                </a:cxn>
                <a:cxn ang="0">
                  <a:pos x="374" y="1261"/>
                </a:cxn>
                <a:cxn ang="0">
                  <a:pos x="441" y="1243"/>
                </a:cxn>
                <a:cxn ang="0">
                  <a:pos x="514" y="1249"/>
                </a:cxn>
                <a:cxn ang="0">
                  <a:pos x="533" y="1923"/>
                </a:cxn>
              </a:cxnLst>
              <a:rect l="0" t="0" r="r" b="b"/>
              <a:pathLst>
                <a:path w="697" h="2885">
                  <a:moveTo>
                    <a:pt x="697" y="2822"/>
                  </a:moveTo>
                  <a:lnTo>
                    <a:pt x="695" y="2707"/>
                  </a:lnTo>
                  <a:lnTo>
                    <a:pt x="691" y="2594"/>
                  </a:lnTo>
                  <a:lnTo>
                    <a:pt x="688" y="2479"/>
                  </a:lnTo>
                  <a:lnTo>
                    <a:pt x="687" y="2363"/>
                  </a:lnTo>
                  <a:lnTo>
                    <a:pt x="684" y="2132"/>
                  </a:lnTo>
                  <a:lnTo>
                    <a:pt x="684" y="1901"/>
                  </a:lnTo>
                  <a:lnTo>
                    <a:pt x="684" y="1433"/>
                  </a:lnTo>
                  <a:lnTo>
                    <a:pt x="686" y="965"/>
                  </a:lnTo>
                  <a:lnTo>
                    <a:pt x="687" y="728"/>
                  </a:lnTo>
                  <a:lnTo>
                    <a:pt x="688" y="493"/>
                  </a:lnTo>
                  <a:lnTo>
                    <a:pt x="692" y="259"/>
                  </a:lnTo>
                  <a:lnTo>
                    <a:pt x="696" y="25"/>
                  </a:lnTo>
                  <a:lnTo>
                    <a:pt x="686" y="0"/>
                  </a:lnTo>
                  <a:lnTo>
                    <a:pt x="609" y="41"/>
                  </a:lnTo>
                  <a:lnTo>
                    <a:pt x="569" y="60"/>
                  </a:lnTo>
                  <a:lnTo>
                    <a:pt x="530" y="75"/>
                  </a:lnTo>
                  <a:lnTo>
                    <a:pt x="523" y="100"/>
                  </a:lnTo>
                  <a:lnTo>
                    <a:pt x="528" y="291"/>
                  </a:lnTo>
                  <a:lnTo>
                    <a:pt x="533" y="481"/>
                  </a:lnTo>
                  <a:lnTo>
                    <a:pt x="534" y="575"/>
                  </a:lnTo>
                  <a:lnTo>
                    <a:pt x="535" y="671"/>
                  </a:lnTo>
                  <a:lnTo>
                    <a:pt x="535" y="765"/>
                  </a:lnTo>
                  <a:lnTo>
                    <a:pt x="537" y="862"/>
                  </a:lnTo>
                  <a:lnTo>
                    <a:pt x="537" y="962"/>
                  </a:lnTo>
                  <a:lnTo>
                    <a:pt x="493" y="955"/>
                  </a:lnTo>
                  <a:lnTo>
                    <a:pt x="451" y="952"/>
                  </a:lnTo>
                  <a:lnTo>
                    <a:pt x="429" y="955"/>
                  </a:lnTo>
                  <a:lnTo>
                    <a:pt x="406" y="955"/>
                  </a:lnTo>
                  <a:lnTo>
                    <a:pt x="360" y="965"/>
                  </a:lnTo>
                  <a:lnTo>
                    <a:pt x="337" y="974"/>
                  </a:lnTo>
                  <a:lnTo>
                    <a:pt x="315" y="984"/>
                  </a:lnTo>
                  <a:lnTo>
                    <a:pt x="293" y="996"/>
                  </a:lnTo>
                  <a:lnTo>
                    <a:pt x="271" y="1012"/>
                  </a:lnTo>
                  <a:lnTo>
                    <a:pt x="254" y="1024"/>
                  </a:lnTo>
                  <a:lnTo>
                    <a:pt x="239" y="1040"/>
                  </a:lnTo>
                  <a:lnTo>
                    <a:pt x="224" y="1055"/>
                  </a:lnTo>
                  <a:lnTo>
                    <a:pt x="208" y="1071"/>
                  </a:lnTo>
                  <a:lnTo>
                    <a:pt x="194" y="1090"/>
                  </a:lnTo>
                  <a:lnTo>
                    <a:pt x="180" y="1112"/>
                  </a:lnTo>
                  <a:lnTo>
                    <a:pt x="174" y="1121"/>
                  </a:lnTo>
                  <a:lnTo>
                    <a:pt x="167" y="1130"/>
                  </a:lnTo>
                  <a:lnTo>
                    <a:pt x="154" y="1152"/>
                  </a:lnTo>
                  <a:lnTo>
                    <a:pt x="142" y="1177"/>
                  </a:lnTo>
                  <a:lnTo>
                    <a:pt x="130" y="1199"/>
                  </a:lnTo>
                  <a:lnTo>
                    <a:pt x="118" y="1224"/>
                  </a:lnTo>
                  <a:lnTo>
                    <a:pt x="108" y="1252"/>
                  </a:lnTo>
                  <a:lnTo>
                    <a:pt x="98" y="1280"/>
                  </a:lnTo>
                  <a:lnTo>
                    <a:pt x="88" y="1308"/>
                  </a:lnTo>
                  <a:lnTo>
                    <a:pt x="79" y="1339"/>
                  </a:lnTo>
                  <a:lnTo>
                    <a:pt x="74" y="1355"/>
                  </a:lnTo>
                  <a:lnTo>
                    <a:pt x="70" y="1371"/>
                  </a:lnTo>
                  <a:lnTo>
                    <a:pt x="62" y="1402"/>
                  </a:lnTo>
                  <a:lnTo>
                    <a:pt x="54" y="1433"/>
                  </a:lnTo>
                  <a:lnTo>
                    <a:pt x="47" y="1467"/>
                  </a:lnTo>
                  <a:lnTo>
                    <a:pt x="40" y="1502"/>
                  </a:lnTo>
                  <a:lnTo>
                    <a:pt x="34" y="1536"/>
                  </a:lnTo>
                  <a:lnTo>
                    <a:pt x="27" y="1570"/>
                  </a:lnTo>
                  <a:lnTo>
                    <a:pt x="22" y="1608"/>
                  </a:lnTo>
                  <a:lnTo>
                    <a:pt x="18" y="1642"/>
                  </a:lnTo>
                  <a:lnTo>
                    <a:pt x="15" y="1680"/>
                  </a:lnTo>
                  <a:lnTo>
                    <a:pt x="11" y="1717"/>
                  </a:lnTo>
                  <a:lnTo>
                    <a:pt x="8" y="1755"/>
                  </a:lnTo>
                  <a:lnTo>
                    <a:pt x="6" y="1795"/>
                  </a:lnTo>
                  <a:lnTo>
                    <a:pt x="3" y="1833"/>
                  </a:lnTo>
                  <a:lnTo>
                    <a:pt x="2" y="1873"/>
                  </a:lnTo>
                  <a:lnTo>
                    <a:pt x="2" y="1914"/>
                  </a:lnTo>
                  <a:lnTo>
                    <a:pt x="0" y="1958"/>
                  </a:lnTo>
                  <a:lnTo>
                    <a:pt x="2" y="2017"/>
                  </a:lnTo>
                  <a:lnTo>
                    <a:pt x="3" y="2076"/>
                  </a:lnTo>
                  <a:lnTo>
                    <a:pt x="6" y="2135"/>
                  </a:lnTo>
                  <a:lnTo>
                    <a:pt x="9" y="2192"/>
                  </a:lnTo>
                  <a:lnTo>
                    <a:pt x="15" y="2248"/>
                  </a:lnTo>
                  <a:lnTo>
                    <a:pt x="21" y="2304"/>
                  </a:lnTo>
                  <a:lnTo>
                    <a:pt x="29" y="2357"/>
                  </a:lnTo>
                  <a:lnTo>
                    <a:pt x="38" y="2410"/>
                  </a:lnTo>
                  <a:lnTo>
                    <a:pt x="47" y="2463"/>
                  </a:lnTo>
                  <a:lnTo>
                    <a:pt x="57" y="2510"/>
                  </a:lnTo>
                  <a:lnTo>
                    <a:pt x="70" y="2557"/>
                  </a:lnTo>
                  <a:lnTo>
                    <a:pt x="83" y="2601"/>
                  </a:lnTo>
                  <a:lnTo>
                    <a:pt x="97" y="2641"/>
                  </a:lnTo>
                  <a:lnTo>
                    <a:pt x="104" y="2663"/>
                  </a:lnTo>
                  <a:lnTo>
                    <a:pt x="112" y="2682"/>
                  </a:lnTo>
                  <a:lnTo>
                    <a:pt x="129" y="2716"/>
                  </a:lnTo>
                  <a:lnTo>
                    <a:pt x="145" y="2750"/>
                  </a:lnTo>
                  <a:lnTo>
                    <a:pt x="156" y="2766"/>
                  </a:lnTo>
                  <a:lnTo>
                    <a:pt x="165" y="2782"/>
                  </a:lnTo>
                  <a:lnTo>
                    <a:pt x="185" y="2807"/>
                  </a:lnTo>
                  <a:lnTo>
                    <a:pt x="206" y="2828"/>
                  </a:lnTo>
                  <a:lnTo>
                    <a:pt x="216" y="2841"/>
                  </a:lnTo>
                  <a:lnTo>
                    <a:pt x="228" y="2847"/>
                  </a:lnTo>
                  <a:lnTo>
                    <a:pt x="251" y="2863"/>
                  </a:lnTo>
                  <a:lnTo>
                    <a:pt x="275" y="2875"/>
                  </a:lnTo>
                  <a:lnTo>
                    <a:pt x="288" y="2878"/>
                  </a:lnTo>
                  <a:lnTo>
                    <a:pt x="301" y="2882"/>
                  </a:lnTo>
                  <a:lnTo>
                    <a:pt x="328" y="2885"/>
                  </a:lnTo>
                  <a:lnTo>
                    <a:pt x="343" y="2882"/>
                  </a:lnTo>
                  <a:lnTo>
                    <a:pt x="358" y="2882"/>
                  </a:lnTo>
                  <a:lnTo>
                    <a:pt x="372" y="2878"/>
                  </a:lnTo>
                  <a:lnTo>
                    <a:pt x="385" y="2872"/>
                  </a:lnTo>
                  <a:lnTo>
                    <a:pt x="399" y="2866"/>
                  </a:lnTo>
                  <a:lnTo>
                    <a:pt x="412" y="2860"/>
                  </a:lnTo>
                  <a:lnTo>
                    <a:pt x="425" y="2850"/>
                  </a:lnTo>
                  <a:lnTo>
                    <a:pt x="437" y="2838"/>
                  </a:lnTo>
                  <a:lnTo>
                    <a:pt x="461" y="2813"/>
                  </a:lnTo>
                  <a:lnTo>
                    <a:pt x="484" y="2782"/>
                  </a:lnTo>
                  <a:lnTo>
                    <a:pt x="497" y="2766"/>
                  </a:lnTo>
                  <a:lnTo>
                    <a:pt x="509" y="2747"/>
                  </a:lnTo>
                  <a:lnTo>
                    <a:pt x="532" y="2707"/>
                  </a:lnTo>
                  <a:lnTo>
                    <a:pt x="529" y="2835"/>
                  </a:lnTo>
                  <a:lnTo>
                    <a:pt x="539" y="2860"/>
                  </a:lnTo>
                  <a:lnTo>
                    <a:pt x="615" y="2850"/>
                  </a:lnTo>
                  <a:lnTo>
                    <a:pt x="691" y="2844"/>
                  </a:lnTo>
                  <a:lnTo>
                    <a:pt x="697" y="2822"/>
                  </a:lnTo>
                  <a:close/>
                  <a:moveTo>
                    <a:pt x="533" y="1923"/>
                  </a:moveTo>
                  <a:lnTo>
                    <a:pt x="533" y="2048"/>
                  </a:lnTo>
                  <a:lnTo>
                    <a:pt x="533" y="2167"/>
                  </a:lnTo>
                  <a:lnTo>
                    <a:pt x="530" y="2410"/>
                  </a:lnTo>
                  <a:lnTo>
                    <a:pt x="512" y="2445"/>
                  </a:lnTo>
                  <a:lnTo>
                    <a:pt x="494" y="2476"/>
                  </a:lnTo>
                  <a:lnTo>
                    <a:pt x="485" y="2488"/>
                  </a:lnTo>
                  <a:lnTo>
                    <a:pt x="475" y="2501"/>
                  </a:lnTo>
                  <a:lnTo>
                    <a:pt x="466" y="2513"/>
                  </a:lnTo>
                  <a:lnTo>
                    <a:pt x="456" y="2526"/>
                  </a:lnTo>
                  <a:lnTo>
                    <a:pt x="446" y="2535"/>
                  </a:lnTo>
                  <a:lnTo>
                    <a:pt x="435" y="2541"/>
                  </a:lnTo>
                  <a:lnTo>
                    <a:pt x="425" y="2551"/>
                  </a:lnTo>
                  <a:lnTo>
                    <a:pt x="414" y="2557"/>
                  </a:lnTo>
                  <a:lnTo>
                    <a:pt x="403" y="2560"/>
                  </a:lnTo>
                  <a:lnTo>
                    <a:pt x="392" y="2563"/>
                  </a:lnTo>
                  <a:lnTo>
                    <a:pt x="380" y="2566"/>
                  </a:lnTo>
                  <a:lnTo>
                    <a:pt x="369" y="2566"/>
                  </a:lnTo>
                  <a:lnTo>
                    <a:pt x="343" y="2563"/>
                  </a:lnTo>
                  <a:lnTo>
                    <a:pt x="330" y="2557"/>
                  </a:lnTo>
                  <a:lnTo>
                    <a:pt x="319" y="2554"/>
                  </a:lnTo>
                  <a:lnTo>
                    <a:pt x="307" y="2548"/>
                  </a:lnTo>
                  <a:lnTo>
                    <a:pt x="296" y="2538"/>
                  </a:lnTo>
                  <a:lnTo>
                    <a:pt x="285" y="2529"/>
                  </a:lnTo>
                  <a:lnTo>
                    <a:pt x="275" y="2519"/>
                  </a:lnTo>
                  <a:lnTo>
                    <a:pt x="265" y="2507"/>
                  </a:lnTo>
                  <a:lnTo>
                    <a:pt x="256" y="2494"/>
                  </a:lnTo>
                  <a:lnTo>
                    <a:pt x="247" y="2479"/>
                  </a:lnTo>
                  <a:lnTo>
                    <a:pt x="238" y="2463"/>
                  </a:lnTo>
                  <a:lnTo>
                    <a:pt x="230" y="2448"/>
                  </a:lnTo>
                  <a:lnTo>
                    <a:pt x="224" y="2429"/>
                  </a:lnTo>
                  <a:lnTo>
                    <a:pt x="216" y="2410"/>
                  </a:lnTo>
                  <a:lnTo>
                    <a:pt x="210" y="2388"/>
                  </a:lnTo>
                  <a:lnTo>
                    <a:pt x="203" y="2370"/>
                  </a:lnTo>
                  <a:lnTo>
                    <a:pt x="198" y="2345"/>
                  </a:lnTo>
                  <a:lnTo>
                    <a:pt x="193" y="2323"/>
                  </a:lnTo>
                  <a:lnTo>
                    <a:pt x="188" y="2301"/>
                  </a:lnTo>
                  <a:lnTo>
                    <a:pt x="184" y="2276"/>
                  </a:lnTo>
                  <a:lnTo>
                    <a:pt x="180" y="2251"/>
                  </a:lnTo>
                  <a:lnTo>
                    <a:pt x="172" y="2198"/>
                  </a:lnTo>
                  <a:lnTo>
                    <a:pt x="167" y="2145"/>
                  </a:lnTo>
                  <a:lnTo>
                    <a:pt x="165" y="2117"/>
                  </a:lnTo>
                  <a:lnTo>
                    <a:pt x="163" y="2089"/>
                  </a:lnTo>
                  <a:lnTo>
                    <a:pt x="161" y="2029"/>
                  </a:lnTo>
                  <a:lnTo>
                    <a:pt x="161" y="1967"/>
                  </a:lnTo>
                  <a:lnTo>
                    <a:pt x="161" y="1923"/>
                  </a:lnTo>
                  <a:lnTo>
                    <a:pt x="162" y="1883"/>
                  </a:lnTo>
                  <a:lnTo>
                    <a:pt x="163" y="1842"/>
                  </a:lnTo>
                  <a:lnTo>
                    <a:pt x="166" y="1805"/>
                  </a:lnTo>
                  <a:lnTo>
                    <a:pt x="168" y="1764"/>
                  </a:lnTo>
                  <a:lnTo>
                    <a:pt x="171" y="1730"/>
                  </a:lnTo>
                  <a:lnTo>
                    <a:pt x="175" y="1692"/>
                  </a:lnTo>
                  <a:lnTo>
                    <a:pt x="180" y="1658"/>
                  </a:lnTo>
                  <a:lnTo>
                    <a:pt x="185" y="1627"/>
                  </a:lnTo>
                  <a:lnTo>
                    <a:pt x="190" y="1595"/>
                  </a:lnTo>
                  <a:lnTo>
                    <a:pt x="197" y="1564"/>
                  </a:lnTo>
                  <a:lnTo>
                    <a:pt x="203" y="1536"/>
                  </a:lnTo>
                  <a:lnTo>
                    <a:pt x="211" y="1508"/>
                  </a:lnTo>
                  <a:lnTo>
                    <a:pt x="219" y="1480"/>
                  </a:lnTo>
                  <a:lnTo>
                    <a:pt x="222" y="1467"/>
                  </a:lnTo>
                  <a:lnTo>
                    <a:pt x="228" y="1455"/>
                  </a:lnTo>
                  <a:lnTo>
                    <a:pt x="236" y="1433"/>
                  </a:lnTo>
                  <a:lnTo>
                    <a:pt x="245" y="1408"/>
                  </a:lnTo>
                  <a:lnTo>
                    <a:pt x="256" y="1386"/>
                  </a:lnTo>
                  <a:lnTo>
                    <a:pt x="267" y="1368"/>
                  </a:lnTo>
                  <a:lnTo>
                    <a:pt x="279" y="1349"/>
                  </a:lnTo>
                  <a:lnTo>
                    <a:pt x="290" y="1333"/>
                  </a:lnTo>
                  <a:lnTo>
                    <a:pt x="303" y="1318"/>
                  </a:lnTo>
                  <a:lnTo>
                    <a:pt x="316" y="1302"/>
                  </a:lnTo>
                  <a:lnTo>
                    <a:pt x="330" y="1289"/>
                  </a:lnTo>
                  <a:lnTo>
                    <a:pt x="344" y="1280"/>
                  </a:lnTo>
                  <a:lnTo>
                    <a:pt x="351" y="1274"/>
                  </a:lnTo>
                  <a:lnTo>
                    <a:pt x="358" y="1271"/>
                  </a:lnTo>
                  <a:lnTo>
                    <a:pt x="374" y="1261"/>
                  </a:lnTo>
                  <a:lnTo>
                    <a:pt x="389" y="1255"/>
                  </a:lnTo>
                  <a:lnTo>
                    <a:pt x="406" y="1249"/>
                  </a:lnTo>
                  <a:lnTo>
                    <a:pt x="423" y="1246"/>
                  </a:lnTo>
                  <a:lnTo>
                    <a:pt x="441" y="1243"/>
                  </a:lnTo>
                  <a:lnTo>
                    <a:pt x="458" y="1243"/>
                  </a:lnTo>
                  <a:lnTo>
                    <a:pt x="476" y="1243"/>
                  </a:lnTo>
                  <a:lnTo>
                    <a:pt x="496" y="1246"/>
                  </a:lnTo>
                  <a:lnTo>
                    <a:pt x="514" y="1249"/>
                  </a:lnTo>
                  <a:lnTo>
                    <a:pt x="532" y="1252"/>
                  </a:lnTo>
                  <a:lnTo>
                    <a:pt x="533" y="1483"/>
                  </a:lnTo>
                  <a:lnTo>
                    <a:pt x="533" y="1714"/>
                  </a:lnTo>
                  <a:lnTo>
                    <a:pt x="533" y="192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5802" name="Freeform 10"/>
            <p:cNvSpPr>
              <a:spLocks noEditPoints="1"/>
            </p:cNvSpPr>
            <p:nvPr/>
          </p:nvSpPr>
          <p:spPr bwMode="auto">
            <a:xfrm>
              <a:off x="3727" y="2359"/>
              <a:ext cx="528" cy="700"/>
            </a:xfrm>
            <a:custGeom>
              <a:avLst/>
              <a:gdLst/>
              <a:ahLst/>
              <a:cxnLst>
                <a:cxn ang="0">
                  <a:pos x="608" y="1611"/>
                </a:cxn>
                <a:cxn ang="0">
                  <a:pos x="605" y="578"/>
                </a:cxn>
                <a:cxn ang="0">
                  <a:pos x="600" y="437"/>
                </a:cxn>
                <a:cxn ang="0">
                  <a:pos x="587" y="315"/>
                </a:cxn>
                <a:cxn ang="0">
                  <a:pos x="566" y="216"/>
                </a:cxn>
                <a:cxn ang="0">
                  <a:pos x="536" y="137"/>
                </a:cxn>
                <a:cxn ang="0">
                  <a:pos x="499" y="75"/>
                </a:cxn>
                <a:cxn ang="0">
                  <a:pos x="444" y="25"/>
                </a:cxn>
                <a:cxn ang="0">
                  <a:pos x="392" y="3"/>
                </a:cxn>
                <a:cxn ang="0">
                  <a:pos x="323" y="3"/>
                </a:cxn>
                <a:cxn ang="0">
                  <a:pos x="213" y="38"/>
                </a:cxn>
                <a:cxn ang="0">
                  <a:pos x="127" y="94"/>
                </a:cxn>
                <a:cxn ang="0">
                  <a:pos x="88" y="141"/>
                </a:cxn>
                <a:cxn ang="0">
                  <a:pos x="95" y="418"/>
                </a:cxn>
                <a:cxn ang="0">
                  <a:pos x="191" y="328"/>
                </a:cxn>
                <a:cxn ang="0">
                  <a:pos x="244" y="297"/>
                </a:cxn>
                <a:cxn ang="0">
                  <a:pos x="303" y="281"/>
                </a:cxn>
                <a:cxn ang="0">
                  <a:pos x="351" y="287"/>
                </a:cxn>
                <a:cxn ang="0">
                  <a:pos x="404" y="325"/>
                </a:cxn>
                <a:cxn ang="0">
                  <a:pos x="426" y="372"/>
                </a:cxn>
                <a:cxn ang="0">
                  <a:pos x="446" y="462"/>
                </a:cxn>
                <a:cxn ang="0">
                  <a:pos x="453" y="606"/>
                </a:cxn>
                <a:cxn ang="0">
                  <a:pos x="317" y="684"/>
                </a:cxn>
                <a:cxn ang="0">
                  <a:pos x="218" y="737"/>
                </a:cxn>
                <a:cxn ang="0">
                  <a:pos x="145" y="805"/>
                </a:cxn>
                <a:cxn ang="0">
                  <a:pos x="82" y="899"/>
                </a:cxn>
                <a:cxn ang="0">
                  <a:pos x="47" y="980"/>
                </a:cxn>
                <a:cxn ang="0">
                  <a:pos x="22" y="1080"/>
                </a:cxn>
                <a:cxn ang="0">
                  <a:pos x="6" y="1202"/>
                </a:cxn>
                <a:cxn ang="0">
                  <a:pos x="0" y="1346"/>
                </a:cxn>
                <a:cxn ang="0">
                  <a:pos x="5" y="1477"/>
                </a:cxn>
                <a:cxn ang="0">
                  <a:pos x="19" y="1592"/>
                </a:cxn>
                <a:cxn ang="0">
                  <a:pos x="41" y="1692"/>
                </a:cxn>
                <a:cxn ang="0">
                  <a:pos x="72" y="1779"/>
                </a:cxn>
                <a:cxn ang="0">
                  <a:pos x="109" y="1851"/>
                </a:cxn>
                <a:cxn ang="0">
                  <a:pos x="151" y="1901"/>
                </a:cxn>
                <a:cxn ang="0">
                  <a:pos x="199" y="1932"/>
                </a:cxn>
                <a:cxn ang="0">
                  <a:pos x="253" y="1945"/>
                </a:cxn>
                <a:cxn ang="0">
                  <a:pos x="308" y="1932"/>
                </a:cxn>
                <a:cxn ang="0">
                  <a:pos x="360" y="1898"/>
                </a:cxn>
                <a:cxn ang="0">
                  <a:pos x="409" y="1842"/>
                </a:cxn>
                <a:cxn ang="0">
                  <a:pos x="453" y="1764"/>
                </a:cxn>
                <a:cxn ang="0">
                  <a:pos x="607" y="1898"/>
                </a:cxn>
                <a:cxn ang="0">
                  <a:pos x="437" y="1533"/>
                </a:cxn>
                <a:cxn ang="0">
                  <a:pos x="400" y="1592"/>
                </a:cxn>
                <a:cxn ang="0">
                  <a:pos x="348" y="1639"/>
                </a:cxn>
                <a:cxn ang="0">
                  <a:pos x="277" y="1651"/>
                </a:cxn>
                <a:cxn ang="0">
                  <a:pos x="224" y="1617"/>
                </a:cxn>
                <a:cxn ang="0">
                  <a:pos x="194" y="1561"/>
                </a:cxn>
                <a:cxn ang="0">
                  <a:pos x="172" y="1486"/>
                </a:cxn>
                <a:cxn ang="0">
                  <a:pos x="159" y="1395"/>
                </a:cxn>
                <a:cxn ang="0">
                  <a:pos x="159" y="1261"/>
                </a:cxn>
                <a:cxn ang="0">
                  <a:pos x="168" y="1189"/>
                </a:cxn>
                <a:cxn ang="0">
                  <a:pos x="188" y="1111"/>
                </a:cxn>
                <a:cxn ang="0">
                  <a:pos x="210" y="1065"/>
                </a:cxn>
                <a:cxn ang="0">
                  <a:pos x="267" y="993"/>
                </a:cxn>
                <a:cxn ang="0">
                  <a:pos x="331" y="946"/>
                </a:cxn>
                <a:cxn ang="0">
                  <a:pos x="455" y="899"/>
                </a:cxn>
              </a:cxnLst>
              <a:rect l="0" t="0" r="r" b="b"/>
              <a:pathLst>
                <a:path w="614" h="1945">
                  <a:moveTo>
                    <a:pt x="614" y="1879"/>
                  </a:moveTo>
                  <a:lnTo>
                    <a:pt x="612" y="1792"/>
                  </a:lnTo>
                  <a:lnTo>
                    <a:pt x="611" y="1701"/>
                  </a:lnTo>
                  <a:lnTo>
                    <a:pt x="608" y="1611"/>
                  </a:lnTo>
                  <a:lnTo>
                    <a:pt x="608" y="1523"/>
                  </a:lnTo>
                  <a:lnTo>
                    <a:pt x="607" y="1342"/>
                  </a:lnTo>
                  <a:lnTo>
                    <a:pt x="605" y="1164"/>
                  </a:lnTo>
                  <a:lnTo>
                    <a:pt x="605" y="578"/>
                  </a:lnTo>
                  <a:lnTo>
                    <a:pt x="605" y="540"/>
                  </a:lnTo>
                  <a:lnTo>
                    <a:pt x="604" y="506"/>
                  </a:lnTo>
                  <a:lnTo>
                    <a:pt x="603" y="471"/>
                  </a:lnTo>
                  <a:lnTo>
                    <a:pt x="600" y="437"/>
                  </a:lnTo>
                  <a:lnTo>
                    <a:pt x="599" y="406"/>
                  </a:lnTo>
                  <a:lnTo>
                    <a:pt x="595" y="375"/>
                  </a:lnTo>
                  <a:lnTo>
                    <a:pt x="591" y="343"/>
                  </a:lnTo>
                  <a:lnTo>
                    <a:pt x="587" y="315"/>
                  </a:lnTo>
                  <a:lnTo>
                    <a:pt x="584" y="290"/>
                  </a:lnTo>
                  <a:lnTo>
                    <a:pt x="579" y="262"/>
                  </a:lnTo>
                  <a:lnTo>
                    <a:pt x="572" y="240"/>
                  </a:lnTo>
                  <a:lnTo>
                    <a:pt x="566" y="216"/>
                  </a:lnTo>
                  <a:lnTo>
                    <a:pt x="559" y="194"/>
                  </a:lnTo>
                  <a:lnTo>
                    <a:pt x="553" y="175"/>
                  </a:lnTo>
                  <a:lnTo>
                    <a:pt x="545" y="153"/>
                  </a:lnTo>
                  <a:lnTo>
                    <a:pt x="536" y="137"/>
                  </a:lnTo>
                  <a:lnTo>
                    <a:pt x="527" y="119"/>
                  </a:lnTo>
                  <a:lnTo>
                    <a:pt x="518" y="103"/>
                  </a:lnTo>
                  <a:lnTo>
                    <a:pt x="509" y="91"/>
                  </a:lnTo>
                  <a:lnTo>
                    <a:pt x="499" y="75"/>
                  </a:lnTo>
                  <a:lnTo>
                    <a:pt x="489" y="63"/>
                  </a:lnTo>
                  <a:lnTo>
                    <a:pt x="478" y="53"/>
                  </a:lnTo>
                  <a:lnTo>
                    <a:pt x="455" y="34"/>
                  </a:lnTo>
                  <a:lnTo>
                    <a:pt x="444" y="25"/>
                  </a:lnTo>
                  <a:lnTo>
                    <a:pt x="431" y="19"/>
                  </a:lnTo>
                  <a:lnTo>
                    <a:pt x="418" y="13"/>
                  </a:lnTo>
                  <a:lnTo>
                    <a:pt x="405" y="9"/>
                  </a:lnTo>
                  <a:lnTo>
                    <a:pt x="392" y="3"/>
                  </a:lnTo>
                  <a:lnTo>
                    <a:pt x="378" y="3"/>
                  </a:lnTo>
                  <a:lnTo>
                    <a:pt x="364" y="0"/>
                  </a:lnTo>
                  <a:lnTo>
                    <a:pt x="349" y="0"/>
                  </a:lnTo>
                  <a:lnTo>
                    <a:pt x="323" y="3"/>
                  </a:lnTo>
                  <a:lnTo>
                    <a:pt x="296" y="6"/>
                  </a:lnTo>
                  <a:lnTo>
                    <a:pt x="268" y="13"/>
                  </a:lnTo>
                  <a:lnTo>
                    <a:pt x="240" y="25"/>
                  </a:lnTo>
                  <a:lnTo>
                    <a:pt x="213" y="38"/>
                  </a:lnTo>
                  <a:lnTo>
                    <a:pt x="186" y="50"/>
                  </a:lnTo>
                  <a:lnTo>
                    <a:pt x="159" y="69"/>
                  </a:lnTo>
                  <a:lnTo>
                    <a:pt x="133" y="84"/>
                  </a:lnTo>
                  <a:lnTo>
                    <a:pt x="127" y="94"/>
                  </a:lnTo>
                  <a:lnTo>
                    <a:pt x="115" y="103"/>
                  </a:lnTo>
                  <a:lnTo>
                    <a:pt x="99" y="119"/>
                  </a:lnTo>
                  <a:lnTo>
                    <a:pt x="93" y="128"/>
                  </a:lnTo>
                  <a:lnTo>
                    <a:pt x="88" y="141"/>
                  </a:lnTo>
                  <a:lnTo>
                    <a:pt x="87" y="203"/>
                  </a:lnTo>
                  <a:lnTo>
                    <a:pt x="86" y="269"/>
                  </a:lnTo>
                  <a:lnTo>
                    <a:pt x="83" y="400"/>
                  </a:lnTo>
                  <a:lnTo>
                    <a:pt x="95" y="418"/>
                  </a:lnTo>
                  <a:lnTo>
                    <a:pt x="123" y="387"/>
                  </a:lnTo>
                  <a:lnTo>
                    <a:pt x="150" y="362"/>
                  </a:lnTo>
                  <a:lnTo>
                    <a:pt x="177" y="337"/>
                  </a:lnTo>
                  <a:lnTo>
                    <a:pt x="191" y="328"/>
                  </a:lnTo>
                  <a:lnTo>
                    <a:pt x="204" y="319"/>
                  </a:lnTo>
                  <a:lnTo>
                    <a:pt x="217" y="309"/>
                  </a:lnTo>
                  <a:lnTo>
                    <a:pt x="231" y="303"/>
                  </a:lnTo>
                  <a:lnTo>
                    <a:pt x="244" y="297"/>
                  </a:lnTo>
                  <a:lnTo>
                    <a:pt x="258" y="290"/>
                  </a:lnTo>
                  <a:lnTo>
                    <a:pt x="273" y="287"/>
                  </a:lnTo>
                  <a:lnTo>
                    <a:pt x="287" y="284"/>
                  </a:lnTo>
                  <a:lnTo>
                    <a:pt x="303" y="281"/>
                  </a:lnTo>
                  <a:lnTo>
                    <a:pt x="318" y="281"/>
                  </a:lnTo>
                  <a:lnTo>
                    <a:pt x="336" y="284"/>
                  </a:lnTo>
                  <a:lnTo>
                    <a:pt x="344" y="284"/>
                  </a:lnTo>
                  <a:lnTo>
                    <a:pt x="351" y="287"/>
                  </a:lnTo>
                  <a:lnTo>
                    <a:pt x="367" y="294"/>
                  </a:lnTo>
                  <a:lnTo>
                    <a:pt x="381" y="300"/>
                  </a:lnTo>
                  <a:lnTo>
                    <a:pt x="392" y="312"/>
                  </a:lnTo>
                  <a:lnTo>
                    <a:pt x="404" y="325"/>
                  </a:lnTo>
                  <a:lnTo>
                    <a:pt x="413" y="340"/>
                  </a:lnTo>
                  <a:lnTo>
                    <a:pt x="418" y="350"/>
                  </a:lnTo>
                  <a:lnTo>
                    <a:pt x="422" y="359"/>
                  </a:lnTo>
                  <a:lnTo>
                    <a:pt x="426" y="372"/>
                  </a:lnTo>
                  <a:lnTo>
                    <a:pt x="430" y="381"/>
                  </a:lnTo>
                  <a:lnTo>
                    <a:pt x="436" y="406"/>
                  </a:lnTo>
                  <a:lnTo>
                    <a:pt x="441" y="431"/>
                  </a:lnTo>
                  <a:lnTo>
                    <a:pt x="446" y="462"/>
                  </a:lnTo>
                  <a:lnTo>
                    <a:pt x="449" y="493"/>
                  </a:lnTo>
                  <a:lnTo>
                    <a:pt x="451" y="528"/>
                  </a:lnTo>
                  <a:lnTo>
                    <a:pt x="453" y="565"/>
                  </a:lnTo>
                  <a:lnTo>
                    <a:pt x="453" y="606"/>
                  </a:lnTo>
                  <a:lnTo>
                    <a:pt x="453" y="634"/>
                  </a:lnTo>
                  <a:lnTo>
                    <a:pt x="408" y="649"/>
                  </a:lnTo>
                  <a:lnTo>
                    <a:pt x="363" y="665"/>
                  </a:lnTo>
                  <a:lnTo>
                    <a:pt x="317" y="684"/>
                  </a:lnTo>
                  <a:lnTo>
                    <a:pt x="272" y="706"/>
                  </a:lnTo>
                  <a:lnTo>
                    <a:pt x="258" y="712"/>
                  </a:lnTo>
                  <a:lnTo>
                    <a:pt x="244" y="721"/>
                  </a:lnTo>
                  <a:lnTo>
                    <a:pt x="218" y="737"/>
                  </a:lnTo>
                  <a:lnTo>
                    <a:pt x="192" y="759"/>
                  </a:lnTo>
                  <a:lnTo>
                    <a:pt x="168" y="781"/>
                  </a:lnTo>
                  <a:lnTo>
                    <a:pt x="156" y="793"/>
                  </a:lnTo>
                  <a:lnTo>
                    <a:pt x="145" y="805"/>
                  </a:lnTo>
                  <a:lnTo>
                    <a:pt x="135" y="818"/>
                  </a:lnTo>
                  <a:lnTo>
                    <a:pt x="123" y="834"/>
                  </a:lnTo>
                  <a:lnTo>
                    <a:pt x="102" y="865"/>
                  </a:lnTo>
                  <a:lnTo>
                    <a:pt x="82" y="899"/>
                  </a:lnTo>
                  <a:lnTo>
                    <a:pt x="73" y="918"/>
                  </a:lnTo>
                  <a:lnTo>
                    <a:pt x="64" y="937"/>
                  </a:lnTo>
                  <a:lnTo>
                    <a:pt x="55" y="958"/>
                  </a:lnTo>
                  <a:lnTo>
                    <a:pt x="47" y="980"/>
                  </a:lnTo>
                  <a:lnTo>
                    <a:pt x="40" y="1002"/>
                  </a:lnTo>
                  <a:lnTo>
                    <a:pt x="33" y="1027"/>
                  </a:lnTo>
                  <a:lnTo>
                    <a:pt x="28" y="1055"/>
                  </a:lnTo>
                  <a:lnTo>
                    <a:pt x="22" y="1080"/>
                  </a:lnTo>
                  <a:lnTo>
                    <a:pt x="18" y="1111"/>
                  </a:lnTo>
                  <a:lnTo>
                    <a:pt x="13" y="1140"/>
                  </a:lnTo>
                  <a:lnTo>
                    <a:pt x="10" y="1171"/>
                  </a:lnTo>
                  <a:lnTo>
                    <a:pt x="6" y="1202"/>
                  </a:lnTo>
                  <a:lnTo>
                    <a:pt x="4" y="1236"/>
                  </a:lnTo>
                  <a:lnTo>
                    <a:pt x="2" y="1271"/>
                  </a:lnTo>
                  <a:lnTo>
                    <a:pt x="1" y="1308"/>
                  </a:lnTo>
                  <a:lnTo>
                    <a:pt x="0" y="1346"/>
                  </a:lnTo>
                  <a:lnTo>
                    <a:pt x="1" y="1380"/>
                  </a:lnTo>
                  <a:lnTo>
                    <a:pt x="1" y="1411"/>
                  </a:lnTo>
                  <a:lnTo>
                    <a:pt x="4" y="1445"/>
                  </a:lnTo>
                  <a:lnTo>
                    <a:pt x="5" y="1477"/>
                  </a:lnTo>
                  <a:lnTo>
                    <a:pt x="8" y="1505"/>
                  </a:lnTo>
                  <a:lnTo>
                    <a:pt x="11" y="1536"/>
                  </a:lnTo>
                  <a:lnTo>
                    <a:pt x="15" y="1564"/>
                  </a:lnTo>
                  <a:lnTo>
                    <a:pt x="19" y="1592"/>
                  </a:lnTo>
                  <a:lnTo>
                    <a:pt x="24" y="1617"/>
                  </a:lnTo>
                  <a:lnTo>
                    <a:pt x="29" y="1645"/>
                  </a:lnTo>
                  <a:lnTo>
                    <a:pt x="34" y="1670"/>
                  </a:lnTo>
                  <a:lnTo>
                    <a:pt x="41" y="1692"/>
                  </a:lnTo>
                  <a:lnTo>
                    <a:pt x="47" y="1717"/>
                  </a:lnTo>
                  <a:lnTo>
                    <a:pt x="55" y="1739"/>
                  </a:lnTo>
                  <a:lnTo>
                    <a:pt x="63" y="1761"/>
                  </a:lnTo>
                  <a:lnTo>
                    <a:pt x="72" y="1779"/>
                  </a:lnTo>
                  <a:lnTo>
                    <a:pt x="79" y="1801"/>
                  </a:lnTo>
                  <a:lnTo>
                    <a:pt x="90" y="1817"/>
                  </a:lnTo>
                  <a:lnTo>
                    <a:pt x="99" y="1836"/>
                  </a:lnTo>
                  <a:lnTo>
                    <a:pt x="109" y="1851"/>
                  </a:lnTo>
                  <a:lnTo>
                    <a:pt x="119" y="1867"/>
                  </a:lnTo>
                  <a:lnTo>
                    <a:pt x="129" y="1879"/>
                  </a:lnTo>
                  <a:lnTo>
                    <a:pt x="140" y="1892"/>
                  </a:lnTo>
                  <a:lnTo>
                    <a:pt x="151" y="1901"/>
                  </a:lnTo>
                  <a:lnTo>
                    <a:pt x="163" y="1911"/>
                  </a:lnTo>
                  <a:lnTo>
                    <a:pt x="174" y="1920"/>
                  </a:lnTo>
                  <a:lnTo>
                    <a:pt x="186" y="1926"/>
                  </a:lnTo>
                  <a:lnTo>
                    <a:pt x="199" y="1932"/>
                  </a:lnTo>
                  <a:lnTo>
                    <a:pt x="212" y="1939"/>
                  </a:lnTo>
                  <a:lnTo>
                    <a:pt x="224" y="1942"/>
                  </a:lnTo>
                  <a:lnTo>
                    <a:pt x="238" y="1945"/>
                  </a:lnTo>
                  <a:lnTo>
                    <a:pt x="253" y="1945"/>
                  </a:lnTo>
                  <a:lnTo>
                    <a:pt x="267" y="1945"/>
                  </a:lnTo>
                  <a:lnTo>
                    <a:pt x="281" y="1942"/>
                  </a:lnTo>
                  <a:lnTo>
                    <a:pt x="294" y="1939"/>
                  </a:lnTo>
                  <a:lnTo>
                    <a:pt x="308" y="1932"/>
                  </a:lnTo>
                  <a:lnTo>
                    <a:pt x="321" y="1926"/>
                  </a:lnTo>
                  <a:lnTo>
                    <a:pt x="333" y="1920"/>
                  </a:lnTo>
                  <a:lnTo>
                    <a:pt x="348" y="1911"/>
                  </a:lnTo>
                  <a:lnTo>
                    <a:pt x="360" y="1898"/>
                  </a:lnTo>
                  <a:lnTo>
                    <a:pt x="373" y="1889"/>
                  </a:lnTo>
                  <a:lnTo>
                    <a:pt x="385" y="1873"/>
                  </a:lnTo>
                  <a:lnTo>
                    <a:pt x="398" y="1858"/>
                  </a:lnTo>
                  <a:lnTo>
                    <a:pt x="409" y="1842"/>
                  </a:lnTo>
                  <a:lnTo>
                    <a:pt x="421" y="1826"/>
                  </a:lnTo>
                  <a:lnTo>
                    <a:pt x="432" y="1804"/>
                  </a:lnTo>
                  <a:lnTo>
                    <a:pt x="442" y="1786"/>
                  </a:lnTo>
                  <a:lnTo>
                    <a:pt x="453" y="1764"/>
                  </a:lnTo>
                  <a:lnTo>
                    <a:pt x="453" y="1889"/>
                  </a:lnTo>
                  <a:lnTo>
                    <a:pt x="459" y="1914"/>
                  </a:lnTo>
                  <a:lnTo>
                    <a:pt x="534" y="1904"/>
                  </a:lnTo>
                  <a:lnTo>
                    <a:pt x="607" y="1898"/>
                  </a:lnTo>
                  <a:lnTo>
                    <a:pt x="614" y="1879"/>
                  </a:lnTo>
                  <a:close/>
                  <a:moveTo>
                    <a:pt x="455" y="1495"/>
                  </a:moveTo>
                  <a:lnTo>
                    <a:pt x="446" y="1514"/>
                  </a:lnTo>
                  <a:lnTo>
                    <a:pt x="437" y="1533"/>
                  </a:lnTo>
                  <a:lnTo>
                    <a:pt x="428" y="1548"/>
                  </a:lnTo>
                  <a:lnTo>
                    <a:pt x="419" y="1564"/>
                  </a:lnTo>
                  <a:lnTo>
                    <a:pt x="409" y="1580"/>
                  </a:lnTo>
                  <a:lnTo>
                    <a:pt x="400" y="1592"/>
                  </a:lnTo>
                  <a:lnTo>
                    <a:pt x="390" y="1605"/>
                  </a:lnTo>
                  <a:lnTo>
                    <a:pt x="380" y="1614"/>
                  </a:lnTo>
                  <a:lnTo>
                    <a:pt x="358" y="1633"/>
                  </a:lnTo>
                  <a:lnTo>
                    <a:pt x="348" y="1639"/>
                  </a:lnTo>
                  <a:lnTo>
                    <a:pt x="336" y="1642"/>
                  </a:lnTo>
                  <a:lnTo>
                    <a:pt x="314" y="1651"/>
                  </a:lnTo>
                  <a:lnTo>
                    <a:pt x="292" y="1651"/>
                  </a:lnTo>
                  <a:lnTo>
                    <a:pt x="277" y="1651"/>
                  </a:lnTo>
                  <a:lnTo>
                    <a:pt x="263" y="1645"/>
                  </a:lnTo>
                  <a:lnTo>
                    <a:pt x="249" y="1639"/>
                  </a:lnTo>
                  <a:lnTo>
                    <a:pt x="236" y="1630"/>
                  </a:lnTo>
                  <a:lnTo>
                    <a:pt x="224" y="1617"/>
                  </a:lnTo>
                  <a:lnTo>
                    <a:pt x="213" y="1602"/>
                  </a:lnTo>
                  <a:lnTo>
                    <a:pt x="203" y="1583"/>
                  </a:lnTo>
                  <a:lnTo>
                    <a:pt x="199" y="1570"/>
                  </a:lnTo>
                  <a:lnTo>
                    <a:pt x="194" y="1561"/>
                  </a:lnTo>
                  <a:lnTo>
                    <a:pt x="190" y="1548"/>
                  </a:lnTo>
                  <a:lnTo>
                    <a:pt x="185" y="1536"/>
                  </a:lnTo>
                  <a:lnTo>
                    <a:pt x="178" y="1511"/>
                  </a:lnTo>
                  <a:lnTo>
                    <a:pt x="172" y="1486"/>
                  </a:lnTo>
                  <a:lnTo>
                    <a:pt x="167" y="1458"/>
                  </a:lnTo>
                  <a:lnTo>
                    <a:pt x="163" y="1427"/>
                  </a:lnTo>
                  <a:lnTo>
                    <a:pt x="160" y="1411"/>
                  </a:lnTo>
                  <a:lnTo>
                    <a:pt x="159" y="1395"/>
                  </a:lnTo>
                  <a:lnTo>
                    <a:pt x="158" y="1361"/>
                  </a:lnTo>
                  <a:lnTo>
                    <a:pt x="156" y="1324"/>
                  </a:lnTo>
                  <a:lnTo>
                    <a:pt x="159" y="1283"/>
                  </a:lnTo>
                  <a:lnTo>
                    <a:pt x="159" y="1261"/>
                  </a:lnTo>
                  <a:lnTo>
                    <a:pt x="161" y="1243"/>
                  </a:lnTo>
                  <a:lnTo>
                    <a:pt x="163" y="1224"/>
                  </a:lnTo>
                  <a:lnTo>
                    <a:pt x="165" y="1205"/>
                  </a:lnTo>
                  <a:lnTo>
                    <a:pt x="168" y="1189"/>
                  </a:lnTo>
                  <a:lnTo>
                    <a:pt x="172" y="1174"/>
                  </a:lnTo>
                  <a:lnTo>
                    <a:pt x="179" y="1143"/>
                  </a:lnTo>
                  <a:lnTo>
                    <a:pt x="183" y="1127"/>
                  </a:lnTo>
                  <a:lnTo>
                    <a:pt x="188" y="1111"/>
                  </a:lnTo>
                  <a:lnTo>
                    <a:pt x="194" y="1099"/>
                  </a:lnTo>
                  <a:lnTo>
                    <a:pt x="199" y="1086"/>
                  </a:lnTo>
                  <a:lnTo>
                    <a:pt x="204" y="1074"/>
                  </a:lnTo>
                  <a:lnTo>
                    <a:pt x="210" y="1065"/>
                  </a:lnTo>
                  <a:lnTo>
                    <a:pt x="223" y="1043"/>
                  </a:lnTo>
                  <a:lnTo>
                    <a:pt x="237" y="1024"/>
                  </a:lnTo>
                  <a:lnTo>
                    <a:pt x="251" y="1008"/>
                  </a:lnTo>
                  <a:lnTo>
                    <a:pt x="267" y="993"/>
                  </a:lnTo>
                  <a:lnTo>
                    <a:pt x="282" y="977"/>
                  </a:lnTo>
                  <a:lnTo>
                    <a:pt x="298" y="965"/>
                  </a:lnTo>
                  <a:lnTo>
                    <a:pt x="314" y="955"/>
                  </a:lnTo>
                  <a:lnTo>
                    <a:pt x="331" y="946"/>
                  </a:lnTo>
                  <a:lnTo>
                    <a:pt x="364" y="930"/>
                  </a:lnTo>
                  <a:lnTo>
                    <a:pt x="396" y="918"/>
                  </a:lnTo>
                  <a:lnTo>
                    <a:pt x="426" y="909"/>
                  </a:lnTo>
                  <a:lnTo>
                    <a:pt x="455" y="899"/>
                  </a:lnTo>
                  <a:lnTo>
                    <a:pt x="455" y="14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45803" name="Rectangle 11"/>
          <p:cNvSpPr>
            <a:spLocks noChangeArrowheads="1"/>
          </p:cNvSpPr>
          <p:nvPr/>
        </p:nvSpPr>
        <p:spPr bwMode="auto">
          <a:xfrm>
            <a:off x="1543050" y="3333750"/>
            <a:ext cx="4846638" cy="560388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sp>
        <p:nvSpPr>
          <p:cNvPr id="545804" name="Text Box 12"/>
          <p:cNvSpPr txBox="1">
            <a:spLocks noChangeArrowheads="1"/>
          </p:cNvSpPr>
          <p:nvPr/>
        </p:nvSpPr>
        <p:spPr bwMode="white">
          <a:xfrm>
            <a:off x="1343025" y="620713"/>
            <a:ext cx="5341938" cy="48609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274320" tIns="0" rIns="92985" bIns="46493"/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Necessidades Oi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Arquitetura da solução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Modelos de Configuração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Objetos de Banco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Ambiente Unix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Erros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Dúvidas</a:t>
            </a:r>
            <a:endParaRPr lang="pt-BR">
              <a:solidFill>
                <a:schemeClr val="bg1"/>
              </a:solidFill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45805" name="Rectangle 13"/>
          <p:cNvSpPr>
            <a:spLocks noChangeArrowheads="1"/>
          </p:cNvSpPr>
          <p:nvPr/>
        </p:nvSpPr>
        <p:spPr bwMode="auto">
          <a:xfrm>
            <a:off x="6400800" y="0"/>
            <a:ext cx="758825" cy="68707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274320" tIns="46493" rIns="92985" bIns="46493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0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7E199-ADC4-4F41-B3F3-DFFA93D4B093}" type="slidenum">
              <a:rPr lang="en-US"/>
              <a:pPr/>
              <a:t>26</a:t>
            </a:fld>
            <a:endParaRPr lang="en-US"/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Ambiente Unix – </a:t>
            </a:r>
            <a:r>
              <a:rPr lang="pt-BR" i="1"/>
              <a:t>Diretórios 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994650" cy="4987925"/>
          </a:xfrm>
        </p:spPr>
        <p:txBody>
          <a:bodyPr/>
          <a:lstStyle/>
          <a:p>
            <a:pPr>
              <a:buFont typeface="Symbol" pitchFamily="18" charset="2"/>
              <a:buChar char="·"/>
            </a:pPr>
            <a:r>
              <a:rPr lang="pt-BR" sz="2000"/>
              <a:t> O Configurador ficará instalado no Unix dentro do diretório $ARBORDIR/</a:t>
            </a:r>
            <a:r>
              <a:rPr lang="en-US" sz="2000"/>
              <a:t>ConfiguratorWS_site</a:t>
            </a:r>
          </a:p>
          <a:p>
            <a:endParaRPr lang="en-US" sz="2000"/>
          </a:p>
          <a:p>
            <a:pPr>
              <a:buFont typeface="Symbol" pitchFamily="18" charset="2"/>
              <a:buChar char="·"/>
            </a:pPr>
            <a:r>
              <a:rPr lang="pt-BR" sz="2000"/>
              <a:t>Os arquivos de configuração ficam localizados em $ARBORDIR/</a:t>
            </a:r>
            <a:r>
              <a:rPr lang="en-US" sz="2000"/>
              <a:t>ConfiguratorWS_site/properties</a:t>
            </a:r>
          </a:p>
          <a:p>
            <a:pPr>
              <a:buFont typeface="Symbol" pitchFamily="18" charset="2"/>
              <a:buChar char="·"/>
            </a:pPr>
            <a:endParaRPr lang="en-US" sz="2000"/>
          </a:p>
          <a:p>
            <a:pPr>
              <a:buFont typeface="Symbol" pitchFamily="18" charset="2"/>
              <a:buChar char="·"/>
            </a:pPr>
            <a:endParaRPr lang="en-US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pPr>
              <a:buFont typeface="Symbol" pitchFamily="18" charset="2"/>
              <a:buChar char="·"/>
            </a:pPr>
            <a:endParaRPr lang="pt-BR" sz="2000"/>
          </a:p>
          <a:p>
            <a:endParaRPr lang="en-US" sz="2000"/>
          </a:p>
          <a:p>
            <a:endParaRPr lang="pt-BR" sz="2000"/>
          </a:p>
          <a:p>
            <a:endParaRPr lang="pt-BR" sz="20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3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7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7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37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1F0BF8-BF96-4419-BE4C-C0FB6D748F9A}" type="slidenum">
              <a:rPr lang="en-US"/>
              <a:pPr/>
              <a:t>27</a:t>
            </a:fld>
            <a:endParaRPr lang="en-US"/>
          </a:p>
        </p:txBody>
      </p:sp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Ambiente Unix – </a:t>
            </a:r>
            <a:r>
              <a:rPr lang="pt-BR" i="1"/>
              <a:t>Arquivos de configuração 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060450"/>
            <a:ext cx="7994650" cy="5784850"/>
          </a:xfrm>
        </p:spPr>
        <p:txBody>
          <a:bodyPr/>
          <a:lstStyle/>
          <a:p>
            <a:pPr>
              <a:lnSpc>
                <a:spcPct val="80000"/>
              </a:lnSpc>
              <a:buFont typeface="Symbol" pitchFamily="18" charset="2"/>
              <a:buChar char="·"/>
            </a:pPr>
            <a:r>
              <a:rPr lang="pt-BR" sz="1400" b="1" dirty="0"/>
              <a:t> configurator.properties</a:t>
            </a:r>
          </a:p>
          <a:p>
            <a:pPr>
              <a:lnSpc>
                <a:spcPct val="80000"/>
              </a:lnSpc>
            </a:pPr>
            <a:endParaRPr lang="pt-BR" sz="1400" b="1" dirty="0"/>
          </a:p>
          <a:p>
            <a:pPr>
              <a:lnSpc>
                <a:spcPct val="80000"/>
              </a:lnSpc>
            </a:pPr>
            <a:r>
              <a:rPr lang="pt-BR" sz="1200" dirty="0"/>
              <a:t>#connection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apits.user=arborsv -</a:t>
            </a:r>
            <a:r>
              <a:rPr lang="pt-BR" sz="1200" dirty="0">
                <a:solidFill>
                  <a:srgbClr val="0000CC"/>
                </a:solidFill>
                <a:sym typeface="Wingdings" pitchFamily="2" charset="2"/>
              </a:rPr>
              <a:t> Usuário utlizado pela APITS</a:t>
            </a:r>
            <a:endParaRPr lang="pt-BR" sz="12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pt-BR" sz="1200" dirty="0"/>
              <a:t>transaction_timeout=300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 .arborpw.apits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env.variable.path.arborpw=ARBORBIN </a:t>
            </a:r>
            <a:r>
              <a:rPr lang="pt-BR" sz="1200" dirty="0">
                <a:solidFill>
                  <a:srgbClr val="0000CC"/>
                </a:solidFill>
                <a:sym typeface="Wingdings" pitchFamily="2" charset="2"/>
              </a:rPr>
              <a:t> Localização do arquivo de password utilizado pela API/TS</a:t>
            </a:r>
            <a:endParaRPr lang="pt-BR" sz="12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pt-BR" sz="1200" dirty="0"/>
              <a:t>#Log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log.path=log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log.fileName=messageId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#Response Message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ResponseMsg.fullDetailed=1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#Date format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Date.format=dd/MM/yy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#How many rate_usage can be created for model 21?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MaxCreateRateUsage=3000 </a:t>
            </a:r>
            <a:r>
              <a:rPr lang="pt-BR" sz="1200" dirty="0">
                <a:solidFill>
                  <a:srgbClr val="0000CC"/>
                </a:solidFill>
                <a:sym typeface="Wingdings" pitchFamily="2" charset="2"/>
              </a:rPr>
              <a:t> Limite de registros na a serem copiados na Rate_usage </a:t>
            </a:r>
            <a:r>
              <a:rPr lang="pt-BR" sz="1200" b="1" dirty="0" smtClean="0">
                <a:solidFill>
                  <a:srgbClr val="FF0000"/>
                </a:solidFill>
                <a:sym typeface="Wingdings" pitchFamily="2" charset="2"/>
              </a:rPr>
              <a:t>(OI tá usando valor 20.000)</a:t>
            </a:r>
            <a:endParaRPr lang="pt-BR" sz="12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pt-BR" sz="12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pt-BR" sz="1200" dirty="0"/>
              <a:t>#XSL and XSD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xsl.path=/home/con/oifx2/ConfiguratorWS_site/xml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xsd.path=/home/con/oifx2/ConfiguratorWS_site/xml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#Next Id settings. Default 1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#1 =&gt; On Autonomous transaction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#0 =&gt; Off Automonous transaction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AutonomousTransaction=1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#Custom Stored Procedure </a:t>
            </a:r>
            <a:r>
              <a:rPr lang="pt-BR" sz="1200" dirty="0">
                <a:solidFill>
                  <a:srgbClr val="0000CC"/>
                </a:solidFill>
                <a:sym typeface="Wingdings" pitchFamily="2" charset="2"/>
              </a:rPr>
              <a:t> Parâmetros de controle de chamada das procedures customizadas</a:t>
            </a:r>
            <a:endParaRPr lang="pt-BR" sz="12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pt-BR" sz="1200" dirty="0"/>
              <a:t>enable_custom_proc=false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insert_custom_proc=PR_CFG_INS_CAMPANHA</a:t>
            </a:r>
          </a:p>
          <a:p>
            <a:pPr>
              <a:lnSpc>
                <a:spcPct val="80000"/>
              </a:lnSpc>
            </a:pPr>
            <a:r>
              <a:rPr lang="pt-BR" sz="1200" dirty="0"/>
              <a:t>remove_custom_proc=PR_CFG_DEL_CAMPANHA</a:t>
            </a:r>
          </a:p>
          <a:p>
            <a:pPr>
              <a:lnSpc>
                <a:spcPct val="80000"/>
              </a:lnSpc>
            </a:pPr>
            <a:endParaRPr lang="pt-BR" sz="12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8783-E5E4-4BD5-8852-CB65F03A93C7}" type="slidenum">
              <a:rPr lang="en-US"/>
              <a:pPr/>
              <a:t>28</a:t>
            </a:fld>
            <a:endParaRPr lang="en-US"/>
          </a:p>
        </p:txBody>
      </p:sp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Ambiente Unix – </a:t>
            </a:r>
            <a:r>
              <a:rPr lang="pt-BR" i="1"/>
              <a:t>Arquivos de configuração 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060450"/>
            <a:ext cx="7994650" cy="5784850"/>
          </a:xfrm>
        </p:spPr>
        <p:txBody>
          <a:bodyPr/>
          <a:lstStyle/>
          <a:p>
            <a:pPr>
              <a:buFont typeface="Symbol" pitchFamily="18" charset="2"/>
              <a:buChar char="·"/>
            </a:pPr>
            <a:r>
              <a:rPr lang="pt-BR" sz="2000"/>
              <a:t> configurator_error.properties</a:t>
            </a:r>
          </a:p>
          <a:p>
            <a:r>
              <a:rPr lang="pt-BR" sz="1600"/>
              <a:t>Este arquivo lista as mensagens de erro que podem ser geradas pelo configurador . </a:t>
            </a:r>
          </a:p>
          <a:p>
            <a:endParaRPr lang="pt-BR" sz="1600"/>
          </a:p>
          <a:p>
            <a:endParaRPr lang="pt-BR" sz="1600"/>
          </a:p>
          <a:p>
            <a:pPr>
              <a:buFont typeface="Symbol" pitchFamily="18" charset="2"/>
              <a:buChar char="·"/>
            </a:pPr>
            <a:r>
              <a:rPr lang="pt-BR" sz="2000"/>
              <a:t>log4j.properties </a:t>
            </a:r>
          </a:p>
          <a:p>
            <a:r>
              <a:rPr lang="pt-BR" sz="1600"/>
              <a:t>Arquivo usado para configurações dos níveis de log. Para isso, o parâmetro </a:t>
            </a:r>
            <a:r>
              <a:rPr lang="pt-BR" sz="1600" b="1" i="1"/>
              <a:t>log4j.logger.com.comverse </a:t>
            </a:r>
            <a:r>
              <a:rPr lang="pt-BR" sz="1600"/>
              <a:t>poderá ser configurado com :</a:t>
            </a:r>
          </a:p>
          <a:p>
            <a:endParaRPr lang="pt-BR" sz="1600"/>
          </a:p>
          <a:p>
            <a:pPr lvl="1"/>
            <a:r>
              <a:rPr lang="pt-BR" sz="1400"/>
              <a:t>Info </a:t>
            </a:r>
            <a:r>
              <a:rPr lang="pt-BR" sz="1400">
                <a:sym typeface="Wingdings" pitchFamily="2" charset="2"/>
              </a:rPr>
              <a:t> gera log apenas de início e fim da transação</a:t>
            </a:r>
            <a:endParaRPr lang="pt-BR" sz="1400"/>
          </a:p>
          <a:p>
            <a:pPr lvl="1"/>
            <a:r>
              <a:rPr lang="pt-BR" sz="1400"/>
              <a:t>Error </a:t>
            </a:r>
            <a:r>
              <a:rPr lang="pt-BR" sz="1400">
                <a:sym typeface="Wingdings" pitchFamily="2" charset="2"/>
              </a:rPr>
              <a:t> gera informação de Error</a:t>
            </a:r>
            <a:endParaRPr lang="pt-BR" sz="1400"/>
          </a:p>
          <a:p>
            <a:pPr lvl="1"/>
            <a:r>
              <a:rPr lang="pt-BR" sz="1400"/>
              <a:t>Debug </a:t>
            </a:r>
            <a:r>
              <a:rPr lang="pt-BR" sz="1400">
                <a:sym typeface="Wingdings" pitchFamily="2" charset="2"/>
              </a:rPr>
              <a:t> Nível mais completo de log com todas as informações do processo de configuração</a:t>
            </a:r>
            <a:endParaRPr lang="pt-BR" sz="1400"/>
          </a:p>
          <a:p>
            <a:endParaRPr lang="pt-BR" sz="1600"/>
          </a:p>
          <a:p>
            <a:endParaRPr lang="pt-BR" sz="16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C520-E093-42DF-930A-0748BFD3BFC9}" type="slidenum">
              <a:rPr lang="en-US"/>
              <a:pPr/>
              <a:t>29</a:t>
            </a:fld>
            <a:endParaRPr lang="en-US"/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Ambiente Unix – </a:t>
            </a:r>
            <a:r>
              <a:rPr lang="pt-BR" i="1"/>
              <a:t>procedimentos de Start &amp; Stop dos Web Services 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5175" y="1295400"/>
            <a:ext cx="7994650" cy="49879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ja-JP" sz="1800" b="1">
                <a:ea typeface="ＭＳ Ｐゴシック" charset="-128"/>
              </a:rPr>
              <a:t>Start :</a:t>
            </a:r>
            <a:endParaRPr lang="en-US" altLang="ja-JP" sz="180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Abrir um terminal unix por telnet e executar no prompt seguintes comandos: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$ cd $ARBORDIR/ConfiguratorWS_site/jakarta-tomcat-5.0.19/bin + &lt;ENTER&gt;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$ ./startup.sh + &lt;ENTER&gt;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Validar se as portas configuradas no arquivo $ARBORDIR/ConfiguratorWS_site/jakarta-tomcat-5.0.19/conf/server.xml estão LISTEN</a:t>
            </a:r>
            <a:endParaRPr lang="en-US" altLang="ja-JP" sz="1800">
              <a:ea typeface="ＭＳ Ｐゴシック" charset="-128"/>
            </a:endParaRPr>
          </a:p>
          <a:p>
            <a:pPr lvl="1">
              <a:lnSpc>
                <a:spcPct val="90000"/>
              </a:lnSpc>
            </a:pPr>
            <a:r>
              <a:rPr lang="pt-BR" altLang="ja-JP" sz="1600" i="1">
                <a:ea typeface="ＭＳ Ｐゴシック" charset="-128"/>
              </a:rPr>
              <a:t>Exemplo : $ netstat -na | /usr/xpg4/bin/grep -e 8080 -e 8009 -e 8005 | grep LISTEN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      </a:t>
            </a:r>
            <a:endParaRPr lang="pt-BR" altLang="ja-JP" sz="1800" b="1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pt-BR" altLang="ja-JP" sz="1800" b="1">
                <a:ea typeface="ＭＳ Ｐゴシック" charset="-128"/>
              </a:rPr>
              <a:t>Stop:</a:t>
            </a:r>
            <a:endParaRPr lang="en-US" altLang="ja-JP" sz="180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Abrir um terminal unix por telnet e executar no prompt seguintes comandos: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$ cd $ARBORDIR/ConfiguratorWS_site/jakarta-tomcat-5.0.19/bin + &lt;ENTER&gt;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$ ./shutdown.sh + &lt;ENTER&gt;</a:t>
            </a:r>
          </a:p>
          <a:p>
            <a:pPr>
              <a:lnSpc>
                <a:spcPct val="90000"/>
              </a:lnSpc>
            </a:pPr>
            <a:r>
              <a:rPr lang="pt-BR" altLang="ja-JP" sz="1800">
                <a:ea typeface="ＭＳ Ｐゴシック" charset="-128"/>
              </a:rPr>
              <a:t>Validar se as portas configuradas no arquivo $ARBORDIR/ConfiguratorWS_site/jakarta-tomcat-5.0.19/conf/server.xml não estão mais no modo LISTEN: </a:t>
            </a:r>
            <a:endParaRPr lang="en-US" altLang="ja-JP" sz="1800">
              <a:ea typeface="ＭＳ Ｐゴシック" charset="-128"/>
            </a:endParaRPr>
          </a:p>
          <a:p>
            <a:pPr lvl="1">
              <a:lnSpc>
                <a:spcPct val="90000"/>
              </a:lnSpc>
            </a:pPr>
            <a:r>
              <a:rPr lang="pt-BR" altLang="ja-JP" sz="1600" i="1">
                <a:ea typeface="ＭＳ Ｐゴシック" charset="-128"/>
              </a:rPr>
              <a:t>Exemplo : $ netstat -na | /usr/xpg4/bin/grep -e 8080 -e 8009 -e 8005 | grep LISTEN</a:t>
            </a:r>
          </a:p>
          <a:p>
            <a:pPr>
              <a:lnSpc>
                <a:spcPct val="90000"/>
              </a:lnSpc>
            </a:pPr>
            <a:endParaRPr lang="pt-BR" sz="1800"/>
          </a:p>
          <a:p>
            <a:pPr>
              <a:lnSpc>
                <a:spcPct val="90000"/>
              </a:lnSpc>
              <a:buFont typeface="Symbol" pitchFamily="18" charset="2"/>
              <a:buChar char="·"/>
            </a:pPr>
            <a:endParaRPr lang="pt-BR" sz="1800"/>
          </a:p>
          <a:p>
            <a:pPr>
              <a:lnSpc>
                <a:spcPct val="90000"/>
              </a:lnSpc>
              <a:buFont typeface="Symbol" pitchFamily="18" charset="2"/>
              <a:buChar char="·"/>
            </a:pPr>
            <a:endParaRPr lang="pt-BR" sz="1800"/>
          </a:p>
          <a:p>
            <a:pPr>
              <a:lnSpc>
                <a:spcPct val="90000"/>
              </a:lnSpc>
              <a:buFont typeface="Symbol" pitchFamily="18" charset="2"/>
              <a:buChar char="·"/>
            </a:pPr>
            <a:endParaRPr lang="pt-BR" sz="1800"/>
          </a:p>
          <a:p>
            <a:pPr>
              <a:lnSpc>
                <a:spcPct val="90000"/>
              </a:lnSpc>
            </a:pPr>
            <a:endParaRPr lang="en-US" sz="1800"/>
          </a:p>
          <a:p>
            <a:pPr>
              <a:lnSpc>
                <a:spcPct val="90000"/>
              </a:lnSpc>
            </a:pPr>
            <a:endParaRPr lang="pt-BR" sz="1800"/>
          </a:p>
          <a:p>
            <a:pPr>
              <a:lnSpc>
                <a:spcPct val="90000"/>
              </a:lnSpc>
            </a:pPr>
            <a:endParaRPr lang="pt-BR" sz="18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9BD6A-EDB7-4D7E-9D3F-D5FD06447F5D}" type="slidenum">
              <a:rPr lang="en-US"/>
              <a:pPr/>
              <a:t>30</a:t>
            </a:fld>
            <a:endParaRPr lang="en-US"/>
          </a:p>
        </p:txBody>
      </p:sp>
      <p:pic>
        <p:nvPicPr>
          <p:cNvPr id="547842" name="Picture 2" descr="Set-5-00102"/>
          <p:cNvPicPr>
            <a:picLocks noChangeAspect="1" noChangeArrowheads="1"/>
          </p:cNvPicPr>
          <p:nvPr/>
        </p:nvPicPr>
        <p:blipFill>
          <a:blip r:embed="rId3" cstate="print"/>
          <a:srcRect l="20557" t="5774" r="13904" b="237"/>
          <a:stretch>
            <a:fillRect/>
          </a:stretch>
        </p:blipFill>
        <p:spPr bwMode="auto">
          <a:xfrm>
            <a:off x="5908675" y="658813"/>
            <a:ext cx="3248025" cy="6213475"/>
          </a:xfrm>
          <a:prstGeom prst="rect">
            <a:avLst/>
          </a:prstGeom>
          <a:noFill/>
        </p:spPr>
      </p:pic>
      <p:sp>
        <p:nvSpPr>
          <p:cNvPr id="547843" name="Rectangle 3"/>
          <p:cNvSpPr>
            <a:spLocks noChangeArrowheads="1"/>
          </p:cNvSpPr>
          <p:nvPr/>
        </p:nvSpPr>
        <p:spPr bwMode="auto">
          <a:xfrm>
            <a:off x="1543050" y="0"/>
            <a:ext cx="4859338" cy="685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grpSp>
        <p:nvGrpSpPr>
          <p:cNvPr id="547844" name="Group 4"/>
          <p:cNvGrpSpPr>
            <a:grpSpLocks/>
          </p:cNvGrpSpPr>
          <p:nvPr/>
        </p:nvGrpSpPr>
        <p:grpSpPr bwMode="auto">
          <a:xfrm rot="16200000">
            <a:off x="-736600" y="1990725"/>
            <a:ext cx="3022600" cy="965200"/>
            <a:chOff x="126" y="2035"/>
            <a:chExt cx="4129" cy="1319"/>
          </a:xfrm>
        </p:grpSpPr>
        <p:sp>
          <p:nvSpPr>
            <p:cNvPr id="547845" name="Freeform 5"/>
            <p:cNvSpPr>
              <a:spLocks noEditPoints="1"/>
            </p:cNvSpPr>
            <p:nvPr/>
          </p:nvSpPr>
          <p:spPr bwMode="auto">
            <a:xfrm>
              <a:off x="126" y="2161"/>
              <a:ext cx="770" cy="911"/>
            </a:xfrm>
            <a:custGeom>
              <a:avLst/>
              <a:gdLst/>
              <a:ahLst/>
              <a:cxnLst>
                <a:cxn ang="0">
                  <a:pos x="892" y="2491"/>
                </a:cxn>
                <a:cxn ang="0">
                  <a:pos x="811" y="1876"/>
                </a:cxn>
                <a:cxn ang="0">
                  <a:pos x="730" y="1261"/>
                </a:cxn>
                <a:cxn ang="0">
                  <a:pos x="689" y="952"/>
                </a:cxn>
                <a:cxn ang="0">
                  <a:pos x="651" y="643"/>
                </a:cxn>
                <a:cxn ang="0">
                  <a:pos x="612" y="334"/>
                </a:cxn>
                <a:cxn ang="0">
                  <a:pos x="574" y="25"/>
                </a:cxn>
                <a:cxn ang="0">
                  <a:pos x="563" y="0"/>
                </a:cxn>
                <a:cxn ang="0">
                  <a:pos x="458" y="6"/>
                </a:cxn>
                <a:cxn ang="0">
                  <a:pos x="354" y="9"/>
                </a:cxn>
                <a:cxn ang="0">
                  <a:pos x="343" y="34"/>
                </a:cxn>
                <a:cxn ang="0">
                  <a:pos x="326" y="171"/>
                </a:cxn>
                <a:cxn ang="0">
                  <a:pos x="308" y="309"/>
                </a:cxn>
                <a:cxn ang="0">
                  <a:pos x="291" y="443"/>
                </a:cxn>
                <a:cxn ang="0">
                  <a:pos x="272" y="577"/>
                </a:cxn>
                <a:cxn ang="0">
                  <a:pos x="235" y="846"/>
                </a:cxn>
                <a:cxn ang="0">
                  <a:pos x="196" y="1114"/>
                </a:cxn>
                <a:cxn ang="0">
                  <a:pos x="98" y="1807"/>
                </a:cxn>
                <a:cxn ang="0">
                  <a:pos x="0" y="2500"/>
                </a:cxn>
                <a:cxn ang="0">
                  <a:pos x="6" y="2525"/>
                </a:cxn>
                <a:cxn ang="0">
                  <a:pos x="44" y="2522"/>
                </a:cxn>
                <a:cxn ang="0">
                  <a:pos x="82" y="2519"/>
                </a:cxn>
                <a:cxn ang="0">
                  <a:pos x="157" y="2516"/>
                </a:cxn>
                <a:cxn ang="0">
                  <a:pos x="167" y="2491"/>
                </a:cxn>
                <a:cxn ang="0">
                  <a:pos x="209" y="2123"/>
                </a:cxn>
                <a:cxn ang="0">
                  <a:pos x="231" y="1941"/>
                </a:cxn>
                <a:cxn ang="0">
                  <a:pos x="254" y="1757"/>
                </a:cxn>
                <a:cxn ang="0">
                  <a:pos x="345" y="1754"/>
                </a:cxn>
                <a:cxn ang="0">
                  <a:pos x="436" y="1751"/>
                </a:cxn>
                <a:cxn ang="0">
                  <a:pos x="527" y="1754"/>
                </a:cxn>
                <a:cxn ang="0">
                  <a:pos x="620" y="1757"/>
                </a:cxn>
                <a:cxn ang="0">
                  <a:pos x="663" y="2132"/>
                </a:cxn>
                <a:cxn ang="0">
                  <a:pos x="706" y="2503"/>
                </a:cxn>
                <a:cxn ang="0">
                  <a:pos x="716" y="2528"/>
                </a:cxn>
                <a:cxn ang="0">
                  <a:pos x="801" y="2522"/>
                </a:cxn>
                <a:cxn ang="0">
                  <a:pos x="843" y="2519"/>
                </a:cxn>
                <a:cxn ang="0">
                  <a:pos x="887" y="2519"/>
                </a:cxn>
                <a:cxn ang="0">
                  <a:pos x="892" y="2491"/>
                </a:cxn>
                <a:cxn ang="0">
                  <a:pos x="585" y="1470"/>
                </a:cxn>
                <a:cxn ang="0">
                  <a:pos x="512" y="1473"/>
                </a:cxn>
                <a:cxn ang="0">
                  <a:pos x="438" y="1473"/>
                </a:cxn>
                <a:cxn ang="0">
                  <a:pos x="364" y="1473"/>
                </a:cxn>
                <a:cxn ang="0">
                  <a:pos x="290" y="1470"/>
                </a:cxn>
                <a:cxn ang="0">
                  <a:pos x="445" y="271"/>
                </a:cxn>
                <a:cxn ang="0">
                  <a:pos x="585" y="1470"/>
                </a:cxn>
              </a:cxnLst>
              <a:rect l="0" t="0" r="r" b="b"/>
              <a:pathLst>
                <a:path w="892" h="2528">
                  <a:moveTo>
                    <a:pt x="892" y="2491"/>
                  </a:moveTo>
                  <a:lnTo>
                    <a:pt x="811" y="1876"/>
                  </a:lnTo>
                  <a:lnTo>
                    <a:pt x="730" y="1261"/>
                  </a:lnTo>
                  <a:lnTo>
                    <a:pt x="689" y="952"/>
                  </a:lnTo>
                  <a:lnTo>
                    <a:pt x="651" y="643"/>
                  </a:lnTo>
                  <a:lnTo>
                    <a:pt x="612" y="334"/>
                  </a:lnTo>
                  <a:lnTo>
                    <a:pt x="574" y="25"/>
                  </a:lnTo>
                  <a:lnTo>
                    <a:pt x="563" y="0"/>
                  </a:lnTo>
                  <a:lnTo>
                    <a:pt x="458" y="6"/>
                  </a:lnTo>
                  <a:lnTo>
                    <a:pt x="354" y="9"/>
                  </a:lnTo>
                  <a:lnTo>
                    <a:pt x="343" y="34"/>
                  </a:lnTo>
                  <a:lnTo>
                    <a:pt x="326" y="171"/>
                  </a:lnTo>
                  <a:lnTo>
                    <a:pt x="308" y="309"/>
                  </a:lnTo>
                  <a:lnTo>
                    <a:pt x="291" y="443"/>
                  </a:lnTo>
                  <a:lnTo>
                    <a:pt x="272" y="577"/>
                  </a:lnTo>
                  <a:lnTo>
                    <a:pt x="235" y="846"/>
                  </a:lnTo>
                  <a:lnTo>
                    <a:pt x="196" y="1114"/>
                  </a:lnTo>
                  <a:lnTo>
                    <a:pt x="98" y="1807"/>
                  </a:lnTo>
                  <a:lnTo>
                    <a:pt x="0" y="2500"/>
                  </a:lnTo>
                  <a:lnTo>
                    <a:pt x="6" y="2525"/>
                  </a:lnTo>
                  <a:lnTo>
                    <a:pt x="44" y="2522"/>
                  </a:lnTo>
                  <a:lnTo>
                    <a:pt x="82" y="2519"/>
                  </a:lnTo>
                  <a:lnTo>
                    <a:pt x="157" y="2516"/>
                  </a:lnTo>
                  <a:lnTo>
                    <a:pt x="167" y="2491"/>
                  </a:lnTo>
                  <a:lnTo>
                    <a:pt x="209" y="2123"/>
                  </a:lnTo>
                  <a:lnTo>
                    <a:pt x="231" y="1941"/>
                  </a:lnTo>
                  <a:lnTo>
                    <a:pt x="254" y="1757"/>
                  </a:lnTo>
                  <a:lnTo>
                    <a:pt x="345" y="1754"/>
                  </a:lnTo>
                  <a:lnTo>
                    <a:pt x="436" y="1751"/>
                  </a:lnTo>
                  <a:lnTo>
                    <a:pt x="527" y="1754"/>
                  </a:lnTo>
                  <a:lnTo>
                    <a:pt x="620" y="1757"/>
                  </a:lnTo>
                  <a:lnTo>
                    <a:pt x="663" y="2132"/>
                  </a:lnTo>
                  <a:lnTo>
                    <a:pt x="706" y="2503"/>
                  </a:lnTo>
                  <a:lnTo>
                    <a:pt x="716" y="2528"/>
                  </a:lnTo>
                  <a:lnTo>
                    <a:pt x="801" y="2522"/>
                  </a:lnTo>
                  <a:lnTo>
                    <a:pt x="843" y="2519"/>
                  </a:lnTo>
                  <a:lnTo>
                    <a:pt x="887" y="2519"/>
                  </a:lnTo>
                  <a:lnTo>
                    <a:pt x="892" y="2491"/>
                  </a:lnTo>
                  <a:close/>
                  <a:moveTo>
                    <a:pt x="585" y="1470"/>
                  </a:moveTo>
                  <a:lnTo>
                    <a:pt x="512" y="1473"/>
                  </a:lnTo>
                  <a:lnTo>
                    <a:pt x="438" y="1473"/>
                  </a:lnTo>
                  <a:lnTo>
                    <a:pt x="364" y="1473"/>
                  </a:lnTo>
                  <a:lnTo>
                    <a:pt x="290" y="1470"/>
                  </a:lnTo>
                  <a:lnTo>
                    <a:pt x="445" y="271"/>
                  </a:lnTo>
                  <a:lnTo>
                    <a:pt x="585" y="147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7846" name="Freeform 6"/>
            <p:cNvSpPr>
              <a:spLocks noEditPoints="1"/>
            </p:cNvSpPr>
            <p:nvPr/>
          </p:nvSpPr>
          <p:spPr bwMode="auto">
            <a:xfrm>
              <a:off x="947" y="2359"/>
              <a:ext cx="597" cy="995"/>
            </a:xfrm>
            <a:custGeom>
              <a:avLst/>
              <a:gdLst/>
              <a:ahLst/>
              <a:cxnLst>
                <a:cxn ang="0">
                  <a:pos x="435" y="7"/>
                </a:cxn>
                <a:cxn ang="0">
                  <a:pos x="266" y="10"/>
                </a:cxn>
                <a:cxn ang="0">
                  <a:pos x="168" y="69"/>
                </a:cxn>
                <a:cxn ang="0">
                  <a:pos x="91" y="200"/>
                </a:cxn>
                <a:cxn ang="0">
                  <a:pos x="38" y="397"/>
                </a:cxn>
                <a:cxn ang="0">
                  <a:pos x="17" y="668"/>
                </a:cxn>
                <a:cxn ang="0">
                  <a:pos x="40" y="937"/>
                </a:cxn>
                <a:cxn ang="0">
                  <a:pos x="97" y="1115"/>
                </a:cxn>
                <a:cxn ang="0">
                  <a:pos x="59" y="1567"/>
                </a:cxn>
                <a:cxn ang="0">
                  <a:pos x="68" y="1820"/>
                </a:cxn>
                <a:cxn ang="0">
                  <a:pos x="11" y="2039"/>
                </a:cxn>
                <a:cxn ang="0">
                  <a:pos x="2" y="2254"/>
                </a:cxn>
                <a:cxn ang="0">
                  <a:pos x="22" y="2429"/>
                </a:cxn>
                <a:cxn ang="0">
                  <a:pos x="95" y="2616"/>
                </a:cxn>
                <a:cxn ang="0">
                  <a:pos x="180" y="2710"/>
                </a:cxn>
                <a:cxn ang="0">
                  <a:pos x="328" y="2763"/>
                </a:cxn>
                <a:cxn ang="0">
                  <a:pos x="469" y="2719"/>
                </a:cxn>
                <a:cxn ang="0">
                  <a:pos x="570" y="2601"/>
                </a:cxn>
                <a:cxn ang="0">
                  <a:pos x="645" y="2392"/>
                </a:cxn>
                <a:cxn ang="0">
                  <a:pos x="671" y="2164"/>
                </a:cxn>
                <a:cxn ang="0">
                  <a:pos x="661" y="1951"/>
                </a:cxn>
                <a:cxn ang="0">
                  <a:pos x="618" y="1777"/>
                </a:cxn>
                <a:cxn ang="0">
                  <a:pos x="538" y="1639"/>
                </a:cxn>
                <a:cxn ang="0">
                  <a:pos x="290" y="1477"/>
                </a:cxn>
                <a:cxn ang="0">
                  <a:pos x="352" y="1286"/>
                </a:cxn>
                <a:cxn ang="0">
                  <a:pos x="446" y="1246"/>
                </a:cxn>
                <a:cxn ang="0">
                  <a:pos x="537" y="1124"/>
                </a:cxn>
                <a:cxn ang="0">
                  <a:pos x="593" y="956"/>
                </a:cxn>
                <a:cxn ang="0">
                  <a:pos x="620" y="737"/>
                </a:cxn>
                <a:cxn ang="0">
                  <a:pos x="614" y="497"/>
                </a:cxn>
                <a:cxn ang="0">
                  <a:pos x="584" y="347"/>
                </a:cxn>
                <a:cxn ang="0">
                  <a:pos x="689" y="147"/>
                </a:cxn>
                <a:cxn ang="0">
                  <a:pos x="464" y="818"/>
                </a:cxn>
                <a:cxn ang="0">
                  <a:pos x="425" y="968"/>
                </a:cxn>
                <a:cxn ang="0">
                  <a:pos x="358" y="1043"/>
                </a:cxn>
                <a:cxn ang="0">
                  <a:pos x="257" y="1021"/>
                </a:cxn>
                <a:cxn ang="0">
                  <a:pos x="208" y="937"/>
                </a:cxn>
                <a:cxn ang="0">
                  <a:pos x="171" y="756"/>
                </a:cxn>
                <a:cxn ang="0">
                  <a:pos x="170" y="568"/>
                </a:cxn>
                <a:cxn ang="0">
                  <a:pos x="208" y="362"/>
                </a:cxn>
                <a:cxn ang="0">
                  <a:pos x="271" y="263"/>
                </a:cxn>
                <a:cxn ang="0">
                  <a:pos x="367" y="256"/>
                </a:cxn>
                <a:cxn ang="0">
                  <a:pos x="426" y="337"/>
                </a:cxn>
                <a:cxn ang="0">
                  <a:pos x="466" y="515"/>
                </a:cxn>
                <a:cxn ang="0">
                  <a:pos x="511" y="2282"/>
                </a:cxn>
                <a:cxn ang="0">
                  <a:pos x="476" y="2420"/>
                </a:cxn>
                <a:cxn ang="0">
                  <a:pos x="385" y="2516"/>
                </a:cxn>
                <a:cxn ang="0">
                  <a:pos x="269" y="2504"/>
                </a:cxn>
                <a:cxn ang="0">
                  <a:pos x="194" y="2416"/>
                </a:cxn>
                <a:cxn ang="0">
                  <a:pos x="160" y="2307"/>
                </a:cxn>
                <a:cxn ang="0">
                  <a:pos x="147" y="2129"/>
                </a:cxn>
                <a:cxn ang="0">
                  <a:pos x="170" y="1958"/>
                </a:cxn>
                <a:cxn ang="0">
                  <a:pos x="378" y="1876"/>
                </a:cxn>
                <a:cxn ang="0">
                  <a:pos x="479" y="1995"/>
                </a:cxn>
                <a:cxn ang="0">
                  <a:pos x="514" y="2142"/>
                </a:cxn>
              </a:cxnLst>
              <a:rect l="0" t="0" r="r" b="b"/>
              <a:pathLst>
                <a:path w="693" h="2763">
                  <a:moveTo>
                    <a:pt x="693" y="28"/>
                  </a:moveTo>
                  <a:lnTo>
                    <a:pt x="687" y="3"/>
                  </a:lnTo>
                  <a:lnTo>
                    <a:pt x="632" y="7"/>
                  </a:lnTo>
                  <a:lnTo>
                    <a:pt x="577" y="7"/>
                  </a:lnTo>
                  <a:lnTo>
                    <a:pt x="521" y="10"/>
                  </a:lnTo>
                  <a:lnTo>
                    <a:pt x="466" y="10"/>
                  </a:lnTo>
                  <a:lnTo>
                    <a:pt x="435" y="7"/>
                  </a:lnTo>
                  <a:lnTo>
                    <a:pt x="405" y="3"/>
                  </a:lnTo>
                  <a:lnTo>
                    <a:pt x="375" y="3"/>
                  </a:lnTo>
                  <a:lnTo>
                    <a:pt x="344" y="0"/>
                  </a:lnTo>
                  <a:lnTo>
                    <a:pt x="324" y="0"/>
                  </a:lnTo>
                  <a:lnTo>
                    <a:pt x="304" y="3"/>
                  </a:lnTo>
                  <a:lnTo>
                    <a:pt x="285" y="7"/>
                  </a:lnTo>
                  <a:lnTo>
                    <a:pt x="266" y="10"/>
                  </a:lnTo>
                  <a:lnTo>
                    <a:pt x="257" y="13"/>
                  </a:lnTo>
                  <a:lnTo>
                    <a:pt x="248" y="19"/>
                  </a:lnTo>
                  <a:lnTo>
                    <a:pt x="230" y="25"/>
                  </a:lnTo>
                  <a:lnTo>
                    <a:pt x="212" y="35"/>
                  </a:lnTo>
                  <a:lnTo>
                    <a:pt x="194" y="47"/>
                  </a:lnTo>
                  <a:lnTo>
                    <a:pt x="176" y="63"/>
                  </a:lnTo>
                  <a:lnTo>
                    <a:pt x="168" y="69"/>
                  </a:lnTo>
                  <a:lnTo>
                    <a:pt x="160" y="78"/>
                  </a:lnTo>
                  <a:lnTo>
                    <a:pt x="152" y="91"/>
                  </a:lnTo>
                  <a:lnTo>
                    <a:pt x="144" y="100"/>
                  </a:lnTo>
                  <a:lnTo>
                    <a:pt x="127" y="125"/>
                  </a:lnTo>
                  <a:lnTo>
                    <a:pt x="113" y="153"/>
                  </a:lnTo>
                  <a:lnTo>
                    <a:pt x="98" y="181"/>
                  </a:lnTo>
                  <a:lnTo>
                    <a:pt x="91" y="200"/>
                  </a:lnTo>
                  <a:lnTo>
                    <a:pt x="85" y="216"/>
                  </a:lnTo>
                  <a:lnTo>
                    <a:pt x="71" y="253"/>
                  </a:lnTo>
                  <a:lnTo>
                    <a:pt x="65" y="278"/>
                  </a:lnTo>
                  <a:lnTo>
                    <a:pt x="58" y="300"/>
                  </a:lnTo>
                  <a:lnTo>
                    <a:pt x="48" y="347"/>
                  </a:lnTo>
                  <a:lnTo>
                    <a:pt x="43" y="372"/>
                  </a:lnTo>
                  <a:lnTo>
                    <a:pt x="38" y="397"/>
                  </a:lnTo>
                  <a:lnTo>
                    <a:pt x="34" y="422"/>
                  </a:lnTo>
                  <a:lnTo>
                    <a:pt x="30" y="450"/>
                  </a:lnTo>
                  <a:lnTo>
                    <a:pt x="25" y="503"/>
                  </a:lnTo>
                  <a:lnTo>
                    <a:pt x="22" y="531"/>
                  </a:lnTo>
                  <a:lnTo>
                    <a:pt x="21" y="559"/>
                  </a:lnTo>
                  <a:lnTo>
                    <a:pt x="18" y="612"/>
                  </a:lnTo>
                  <a:lnTo>
                    <a:pt x="17" y="668"/>
                  </a:lnTo>
                  <a:lnTo>
                    <a:pt x="17" y="712"/>
                  </a:lnTo>
                  <a:lnTo>
                    <a:pt x="20" y="756"/>
                  </a:lnTo>
                  <a:lnTo>
                    <a:pt x="22" y="796"/>
                  </a:lnTo>
                  <a:lnTo>
                    <a:pt x="26" y="837"/>
                  </a:lnTo>
                  <a:lnTo>
                    <a:pt x="31" y="878"/>
                  </a:lnTo>
                  <a:lnTo>
                    <a:pt x="38" y="918"/>
                  </a:lnTo>
                  <a:lnTo>
                    <a:pt x="40" y="937"/>
                  </a:lnTo>
                  <a:lnTo>
                    <a:pt x="44" y="956"/>
                  </a:lnTo>
                  <a:lnTo>
                    <a:pt x="53" y="990"/>
                  </a:lnTo>
                  <a:lnTo>
                    <a:pt x="62" y="1024"/>
                  </a:lnTo>
                  <a:lnTo>
                    <a:pt x="67" y="1043"/>
                  </a:lnTo>
                  <a:lnTo>
                    <a:pt x="72" y="1059"/>
                  </a:lnTo>
                  <a:lnTo>
                    <a:pt x="84" y="1087"/>
                  </a:lnTo>
                  <a:lnTo>
                    <a:pt x="97" y="1115"/>
                  </a:lnTo>
                  <a:lnTo>
                    <a:pt x="111" y="1140"/>
                  </a:lnTo>
                  <a:lnTo>
                    <a:pt x="125" y="1165"/>
                  </a:lnTo>
                  <a:lnTo>
                    <a:pt x="140" y="1187"/>
                  </a:lnTo>
                  <a:lnTo>
                    <a:pt x="158" y="1205"/>
                  </a:lnTo>
                  <a:lnTo>
                    <a:pt x="109" y="1386"/>
                  </a:lnTo>
                  <a:lnTo>
                    <a:pt x="85" y="1477"/>
                  </a:lnTo>
                  <a:lnTo>
                    <a:pt x="59" y="1567"/>
                  </a:lnTo>
                  <a:lnTo>
                    <a:pt x="61" y="1611"/>
                  </a:lnTo>
                  <a:lnTo>
                    <a:pt x="95" y="1649"/>
                  </a:lnTo>
                  <a:lnTo>
                    <a:pt x="130" y="1686"/>
                  </a:lnTo>
                  <a:lnTo>
                    <a:pt x="104" y="1736"/>
                  </a:lnTo>
                  <a:lnTo>
                    <a:pt x="91" y="1764"/>
                  </a:lnTo>
                  <a:lnTo>
                    <a:pt x="80" y="1792"/>
                  </a:lnTo>
                  <a:lnTo>
                    <a:pt x="68" y="1820"/>
                  </a:lnTo>
                  <a:lnTo>
                    <a:pt x="58" y="1848"/>
                  </a:lnTo>
                  <a:lnTo>
                    <a:pt x="48" y="1876"/>
                  </a:lnTo>
                  <a:lnTo>
                    <a:pt x="39" y="1905"/>
                  </a:lnTo>
                  <a:lnTo>
                    <a:pt x="30" y="1936"/>
                  </a:lnTo>
                  <a:lnTo>
                    <a:pt x="23" y="1970"/>
                  </a:lnTo>
                  <a:lnTo>
                    <a:pt x="17" y="2004"/>
                  </a:lnTo>
                  <a:lnTo>
                    <a:pt x="11" y="2039"/>
                  </a:lnTo>
                  <a:lnTo>
                    <a:pt x="7" y="2076"/>
                  </a:lnTo>
                  <a:lnTo>
                    <a:pt x="4" y="2117"/>
                  </a:lnTo>
                  <a:lnTo>
                    <a:pt x="3" y="2139"/>
                  </a:lnTo>
                  <a:lnTo>
                    <a:pt x="2" y="2161"/>
                  </a:lnTo>
                  <a:lnTo>
                    <a:pt x="2" y="2182"/>
                  </a:lnTo>
                  <a:lnTo>
                    <a:pt x="0" y="2204"/>
                  </a:lnTo>
                  <a:lnTo>
                    <a:pt x="2" y="2254"/>
                  </a:lnTo>
                  <a:lnTo>
                    <a:pt x="3" y="2279"/>
                  </a:lnTo>
                  <a:lnTo>
                    <a:pt x="6" y="2301"/>
                  </a:lnTo>
                  <a:lnTo>
                    <a:pt x="7" y="2326"/>
                  </a:lnTo>
                  <a:lnTo>
                    <a:pt x="9" y="2348"/>
                  </a:lnTo>
                  <a:lnTo>
                    <a:pt x="12" y="2370"/>
                  </a:lnTo>
                  <a:lnTo>
                    <a:pt x="16" y="2388"/>
                  </a:lnTo>
                  <a:lnTo>
                    <a:pt x="22" y="2429"/>
                  </a:lnTo>
                  <a:lnTo>
                    <a:pt x="27" y="2448"/>
                  </a:lnTo>
                  <a:lnTo>
                    <a:pt x="31" y="2466"/>
                  </a:lnTo>
                  <a:lnTo>
                    <a:pt x="41" y="2501"/>
                  </a:lnTo>
                  <a:lnTo>
                    <a:pt x="54" y="2535"/>
                  </a:lnTo>
                  <a:lnTo>
                    <a:pt x="67" y="2563"/>
                  </a:lnTo>
                  <a:lnTo>
                    <a:pt x="81" y="2591"/>
                  </a:lnTo>
                  <a:lnTo>
                    <a:pt x="95" y="2616"/>
                  </a:lnTo>
                  <a:lnTo>
                    <a:pt x="111" y="2641"/>
                  </a:lnTo>
                  <a:lnTo>
                    <a:pt x="127" y="2660"/>
                  </a:lnTo>
                  <a:lnTo>
                    <a:pt x="135" y="2669"/>
                  </a:lnTo>
                  <a:lnTo>
                    <a:pt x="144" y="2679"/>
                  </a:lnTo>
                  <a:lnTo>
                    <a:pt x="153" y="2688"/>
                  </a:lnTo>
                  <a:lnTo>
                    <a:pt x="162" y="2697"/>
                  </a:lnTo>
                  <a:lnTo>
                    <a:pt x="180" y="2710"/>
                  </a:lnTo>
                  <a:lnTo>
                    <a:pt x="217" y="2735"/>
                  </a:lnTo>
                  <a:lnTo>
                    <a:pt x="235" y="2744"/>
                  </a:lnTo>
                  <a:lnTo>
                    <a:pt x="254" y="2751"/>
                  </a:lnTo>
                  <a:lnTo>
                    <a:pt x="272" y="2757"/>
                  </a:lnTo>
                  <a:lnTo>
                    <a:pt x="292" y="2760"/>
                  </a:lnTo>
                  <a:lnTo>
                    <a:pt x="310" y="2763"/>
                  </a:lnTo>
                  <a:lnTo>
                    <a:pt x="328" y="2763"/>
                  </a:lnTo>
                  <a:lnTo>
                    <a:pt x="334" y="2763"/>
                  </a:lnTo>
                  <a:lnTo>
                    <a:pt x="357" y="2763"/>
                  </a:lnTo>
                  <a:lnTo>
                    <a:pt x="380" y="2760"/>
                  </a:lnTo>
                  <a:lnTo>
                    <a:pt x="402" y="2754"/>
                  </a:lnTo>
                  <a:lnTo>
                    <a:pt x="425" y="2744"/>
                  </a:lnTo>
                  <a:lnTo>
                    <a:pt x="447" y="2732"/>
                  </a:lnTo>
                  <a:lnTo>
                    <a:pt x="469" y="2719"/>
                  </a:lnTo>
                  <a:lnTo>
                    <a:pt x="491" y="2701"/>
                  </a:lnTo>
                  <a:lnTo>
                    <a:pt x="512" y="2682"/>
                  </a:lnTo>
                  <a:lnTo>
                    <a:pt x="523" y="2669"/>
                  </a:lnTo>
                  <a:lnTo>
                    <a:pt x="533" y="2657"/>
                  </a:lnTo>
                  <a:lnTo>
                    <a:pt x="552" y="2632"/>
                  </a:lnTo>
                  <a:lnTo>
                    <a:pt x="561" y="2616"/>
                  </a:lnTo>
                  <a:lnTo>
                    <a:pt x="570" y="2601"/>
                  </a:lnTo>
                  <a:lnTo>
                    <a:pt x="588" y="2566"/>
                  </a:lnTo>
                  <a:lnTo>
                    <a:pt x="596" y="2548"/>
                  </a:lnTo>
                  <a:lnTo>
                    <a:pt x="603" y="2529"/>
                  </a:lnTo>
                  <a:lnTo>
                    <a:pt x="619" y="2488"/>
                  </a:lnTo>
                  <a:lnTo>
                    <a:pt x="632" y="2441"/>
                  </a:lnTo>
                  <a:lnTo>
                    <a:pt x="638" y="2416"/>
                  </a:lnTo>
                  <a:lnTo>
                    <a:pt x="645" y="2392"/>
                  </a:lnTo>
                  <a:lnTo>
                    <a:pt x="651" y="2360"/>
                  </a:lnTo>
                  <a:lnTo>
                    <a:pt x="656" y="2329"/>
                  </a:lnTo>
                  <a:lnTo>
                    <a:pt x="661" y="2298"/>
                  </a:lnTo>
                  <a:lnTo>
                    <a:pt x="665" y="2264"/>
                  </a:lnTo>
                  <a:lnTo>
                    <a:pt x="669" y="2232"/>
                  </a:lnTo>
                  <a:lnTo>
                    <a:pt x="670" y="2198"/>
                  </a:lnTo>
                  <a:lnTo>
                    <a:pt x="671" y="2164"/>
                  </a:lnTo>
                  <a:lnTo>
                    <a:pt x="673" y="2129"/>
                  </a:lnTo>
                  <a:lnTo>
                    <a:pt x="673" y="2098"/>
                  </a:lnTo>
                  <a:lnTo>
                    <a:pt x="671" y="2067"/>
                  </a:lnTo>
                  <a:lnTo>
                    <a:pt x="670" y="2036"/>
                  </a:lnTo>
                  <a:lnTo>
                    <a:pt x="668" y="2008"/>
                  </a:lnTo>
                  <a:lnTo>
                    <a:pt x="665" y="1979"/>
                  </a:lnTo>
                  <a:lnTo>
                    <a:pt x="661" y="1951"/>
                  </a:lnTo>
                  <a:lnTo>
                    <a:pt x="657" y="1923"/>
                  </a:lnTo>
                  <a:lnTo>
                    <a:pt x="652" y="1898"/>
                  </a:lnTo>
                  <a:lnTo>
                    <a:pt x="646" y="1873"/>
                  </a:lnTo>
                  <a:lnTo>
                    <a:pt x="641" y="1848"/>
                  </a:lnTo>
                  <a:lnTo>
                    <a:pt x="633" y="1823"/>
                  </a:lnTo>
                  <a:lnTo>
                    <a:pt x="627" y="1802"/>
                  </a:lnTo>
                  <a:lnTo>
                    <a:pt x="618" y="1777"/>
                  </a:lnTo>
                  <a:lnTo>
                    <a:pt x="610" y="1755"/>
                  </a:lnTo>
                  <a:lnTo>
                    <a:pt x="601" y="1736"/>
                  </a:lnTo>
                  <a:lnTo>
                    <a:pt x="591" y="1714"/>
                  </a:lnTo>
                  <a:lnTo>
                    <a:pt x="578" y="1692"/>
                  </a:lnTo>
                  <a:lnTo>
                    <a:pt x="565" y="1674"/>
                  </a:lnTo>
                  <a:lnTo>
                    <a:pt x="552" y="1655"/>
                  </a:lnTo>
                  <a:lnTo>
                    <a:pt x="538" y="1639"/>
                  </a:lnTo>
                  <a:lnTo>
                    <a:pt x="524" y="1624"/>
                  </a:lnTo>
                  <a:lnTo>
                    <a:pt x="509" y="1611"/>
                  </a:lnTo>
                  <a:lnTo>
                    <a:pt x="492" y="1599"/>
                  </a:lnTo>
                  <a:lnTo>
                    <a:pt x="476" y="1586"/>
                  </a:lnTo>
                  <a:lnTo>
                    <a:pt x="411" y="1546"/>
                  </a:lnTo>
                  <a:lnTo>
                    <a:pt x="352" y="1514"/>
                  </a:lnTo>
                  <a:lnTo>
                    <a:pt x="290" y="1477"/>
                  </a:lnTo>
                  <a:lnTo>
                    <a:pt x="260" y="1455"/>
                  </a:lnTo>
                  <a:lnTo>
                    <a:pt x="229" y="1436"/>
                  </a:lnTo>
                  <a:lnTo>
                    <a:pt x="271" y="1274"/>
                  </a:lnTo>
                  <a:lnTo>
                    <a:pt x="303" y="1280"/>
                  </a:lnTo>
                  <a:lnTo>
                    <a:pt x="320" y="1283"/>
                  </a:lnTo>
                  <a:lnTo>
                    <a:pt x="337" y="1286"/>
                  </a:lnTo>
                  <a:lnTo>
                    <a:pt x="352" y="1286"/>
                  </a:lnTo>
                  <a:lnTo>
                    <a:pt x="366" y="1283"/>
                  </a:lnTo>
                  <a:lnTo>
                    <a:pt x="380" y="1280"/>
                  </a:lnTo>
                  <a:lnTo>
                    <a:pt x="393" y="1274"/>
                  </a:lnTo>
                  <a:lnTo>
                    <a:pt x="407" y="1268"/>
                  </a:lnTo>
                  <a:lnTo>
                    <a:pt x="420" y="1261"/>
                  </a:lnTo>
                  <a:lnTo>
                    <a:pt x="433" y="1255"/>
                  </a:lnTo>
                  <a:lnTo>
                    <a:pt x="446" y="1246"/>
                  </a:lnTo>
                  <a:lnTo>
                    <a:pt x="458" y="1233"/>
                  </a:lnTo>
                  <a:lnTo>
                    <a:pt x="470" y="1221"/>
                  </a:lnTo>
                  <a:lnTo>
                    <a:pt x="493" y="1193"/>
                  </a:lnTo>
                  <a:lnTo>
                    <a:pt x="505" y="1177"/>
                  </a:lnTo>
                  <a:lnTo>
                    <a:pt x="516" y="1162"/>
                  </a:lnTo>
                  <a:lnTo>
                    <a:pt x="526" y="1143"/>
                  </a:lnTo>
                  <a:lnTo>
                    <a:pt x="537" y="1124"/>
                  </a:lnTo>
                  <a:lnTo>
                    <a:pt x="547" y="1102"/>
                  </a:lnTo>
                  <a:lnTo>
                    <a:pt x="556" y="1080"/>
                  </a:lnTo>
                  <a:lnTo>
                    <a:pt x="565" y="1059"/>
                  </a:lnTo>
                  <a:lnTo>
                    <a:pt x="573" y="1034"/>
                  </a:lnTo>
                  <a:lnTo>
                    <a:pt x="580" y="1009"/>
                  </a:lnTo>
                  <a:lnTo>
                    <a:pt x="588" y="984"/>
                  </a:lnTo>
                  <a:lnTo>
                    <a:pt x="593" y="956"/>
                  </a:lnTo>
                  <a:lnTo>
                    <a:pt x="600" y="927"/>
                  </a:lnTo>
                  <a:lnTo>
                    <a:pt x="605" y="899"/>
                  </a:lnTo>
                  <a:lnTo>
                    <a:pt x="609" y="868"/>
                  </a:lnTo>
                  <a:lnTo>
                    <a:pt x="612" y="837"/>
                  </a:lnTo>
                  <a:lnTo>
                    <a:pt x="616" y="806"/>
                  </a:lnTo>
                  <a:lnTo>
                    <a:pt x="619" y="771"/>
                  </a:lnTo>
                  <a:lnTo>
                    <a:pt x="620" y="737"/>
                  </a:lnTo>
                  <a:lnTo>
                    <a:pt x="621" y="700"/>
                  </a:lnTo>
                  <a:lnTo>
                    <a:pt x="623" y="662"/>
                  </a:lnTo>
                  <a:lnTo>
                    <a:pt x="621" y="606"/>
                  </a:lnTo>
                  <a:lnTo>
                    <a:pt x="620" y="578"/>
                  </a:lnTo>
                  <a:lnTo>
                    <a:pt x="619" y="550"/>
                  </a:lnTo>
                  <a:lnTo>
                    <a:pt x="616" y="525"/>
                  </a:lnTo>
                  <a:lnTo>
                    <a:pt x="614" y="497"/>
                  </a:lnTo>
                  <a:lnTo>
                    <a:pt x="610" y="472"/>
                  </a:lnTo>
                  <a:lnTo>
                    <a:pt x="606" y="444"/>
                  </a:lnTo>
                  <a:lnTo>
                    <a:pt x="601" y="419"/>
                  </a:lnTo>
                  <a:lnTo>
                    <a:pt x="596" y="394"/>
                  </a:lnTo>
                  <a:lnTo>
                    <a:pt x="593" y="381"/>
                  </a:lnTo>
                  <a:lnTo>
                    <a:pt x="591" y="369"/>
                  </a:lnTo>
                  <a:lnTo>
                    <a:pt x="584" y="347"/>
                  </a:lnTo>
                  <a:lnTo>
                    <a:pt x="578" y="325"/>
                  </a:lnTo>
                  <a:lnTo>
                    <a:pt x="570" y="303"/>
                  </a:lnTo>
                  <a:lnTo>
                    <a:pt x="562" y="284"/>
                  </a:lnTo>
                  <a:lnTo>
                    <a:pt x="553" y="266"/>
                  </a:lnTo>
                  <a:lnTo>
                    <a:pt x="677" y="284"/>
                  </a:lnTo>
                  <a:lnTo>
                    <a:pt x="687" y="266"/>
                  </a:lnTo>
                  <a:lnTo>
                    <a:pt x="689" y="147"/>
                  </a:lnTo>
                  <a:lnTo>
                    <a:pt x="693" y="28"/>
                  </a:lnTo>
                  <a:close/>
                  <a:moveTo>
                    <a:pt x="474" y="662"/>
                  </a:moveTo>
                  <a:lnTo>
                    <a:pt x="473" y="706"/>
                  </a:lnTo>
                  <a:lnTo>
                    <a:pt x="471" y="725"/>
                  </a:lnTo>
                  <a:lnTo>
                    <a:pt x="471" y="746"/>
                  </a:lnTo>
                  <a:lnTo>
                    <a:pt x="467" y="784"/>
                  </a:lnTo>
                  <a:lnTo>
                    <a:pt x="464" y="818"/>
                  </a:lnTo>
                  <a:lnTo>
                    <a:pt x="458" y="853"/>
                  </a:lnTo>
                  <a:lnTo>
                    <a:pt x="455" y="868"/>
                  </a:lnTo>
                  <a:lnTo>
                    <a:pt x="452" y="884"/>
                  </a:lnTo>
                  <a:lnTo>
                    <a:pt x="443" y="915"/>
                  </a:lnTo>
                  <a:lnTo>
                    <a:pt x="435" y="943"/>
                  </a:lnTo>
                  <a:lnTo>
                    <a:pt x="430" y="956"/>
                  </a:lnTo>
                  <a:lnTo>
                    <a:pt x="425" y="968"/>
                  </a:lnTo>
                  <a:lnTo>
                    <a:pt x="414" y="987"/>
                  </a:lnTo>
                  <a:lnTo>
                    <a:pt x="407" y="999"/>
                  </a:lnTo>
                  <a:lnTo>
                    <a:pt x="401" y="1006"/>
                  </a:lnTo>
                  <a:lnTo>
                    <a:pt x="388" y="1021"/>
                  </a:lnTo>
                  <a:lnTo>
                    <a:pt x="380" y="1027"/>
                  </a:lnTo>
                  <a:lnTo>
                    <a:pt x="374" y="1034"/>
                  </a:lnTo>
                  <a:lnTo>
                    <a:pt x="358" y="1043"/>
                  </a:lnTo>
                  <a:lnTo>
                    <a:pt x="342" y="1049"/>
                  </a:lnTo>
                  <a:lnTo>
                    <a:pt x="324" y="1049"/>
                  </a:lnTo>
                  <a:lnTo>
                    <a:pt x="306" y="1049"/>
                  </a:lnTo>
                  <a:lnTo>
                    <a:pt x="289" y="1043"/>
                  </a:lnTo>
                  <a:lnTo>
                    <a:pt x="280" y="1037"/>
                  </a:lnTo>
                  <a:lnTo>
                    <a:pt x="272" y="1034"/>
                  </a:lnTo>
                  <a:lnTo>
                    <a:pt x="257" y="1021"/>
                  </a:lnTo>
                  <a:lnTo>
                    <a:pt x="244" y="1006"/>
                  </a:lnTo>
                  <a:lnTo>
                    <a:pt x="236" y="996"/>
                  </a:lnTo>
                  <a:lnTo>
                    <a:pt x="231" y="987"/>
                  </a:lnTo>
                  <a:lnTo>
                    <a:pt x="225" y="974"/>
                  </a:lnTo>
                  <a:lnTo>
                    <a:pt x="219" y="965"/>
                  </a:lnTo>
                  <a:lnTo>
                    <a:pt x="213" y="952"/>
                  </a:lnTo>
                  <a:lnTo>
                    <a:pt x="208" y="937"/>
                  </a:lnTo>
                  <a:lnTo>
                    <a:pt x="198" y="909"/>
                  </a:lnTo>
                  <a:lnTo>
                    <a:pt x="190" y="878"/>
                  </a:lnTo>
                  <a:lnTo>
                    <a:pt x="183" y="846"/>
                  </a:lnTo>
                  <a:lnTo>
                    <a:pt x="180" y="831"/>
                  </a:lnTo>
                  <a:lnTo>
                    <a:pt x="177" y="812"/>
                  </a:lnTo>
                  <a:lnTo>
                    <a:pt x="172" y="774"/>
                  </a:lnTo>
                  <a:lnTo>
                    <a:pt x="171" y="756"/>
                  </a:lnTo>
                  <a:lnTo>
                    <a:pt x="170" y="737"/>
                  </a:lnTo>
                  <a:lnTo>
                    <a:pt x="168" y="715"/>
                  </a:lnTo>
                  <a:lnTo>
                    <a:pt x="167" y="696"/>
                  </a:lnTo>
                  <a:lnTo>
                    <a:pt x="166" y="653"/>
                  </a:lnTo>
                  <a:lnTo>
                    <a:pt x="167" y="609"/>
                  </a:lnTo>
                  <a:lnTo>
                    <a:pt x="168" y="590"/>
                  </a:lnTo>
                  <a:lnTo>
                    <a:pt x="170" y="568"/>
                  </a:lnTo>
                  <a:lnTo>
                    <a:pt x="172" y="531"/>
                  </a:lnTo>
                  <a:lnTo>
                    <a:pt x="177" y="494"/>
                  </a:lnTo>
                  <a:lnTo>
                    <a:pt x="183" y="459"/>
                  </a:lnTo>
                  <a:lnTo>
                    <a:pt x="190" y="425"/>
                  </a:lnTo>
                  <a:lnTo>
                    <a:pt x="198" y="394"/>
                  </a:lnTo>
                  <a:lnTo>
                    <a:pt x="203" y="378"/>
                  </a:lnTo>
                  <a:lnTo>
                    <a:pt x="208" y="362"/>
                  </a:lnTo>
                  <a:lnTo>
                    <a:pt x="219" y="337"/>
                  </a:lnTo>
                  <a:lnTo>
                    <a:pt x="225" y="325"/>
                  </a:lnTo>
                  <a:lnTo>
                    <a:pt x="230" y="312"/>
                  </a:lnTo>
                  <a:lnTo>
                    <a:pt x="243" y="294"/>
                  </a:lnTo>
                  <a:lnTo>
                    <a:pt x="249" y="284"/>
                  </a:lnTo>
                  <a:lnTo>
                    <a:pt x="257" y="275"/>
                  </a:lnTo>
                  <a:lnTo>
                    <a:pt x="271" y="263"/>
                  </a:lnTo>
                  <a:lnTo>
                    <a:pt x="288" y="253"/>
                  </a:lnTo>
                  <a:lnTo>
                    <a:pt x="304" y="247"/>
                  </a:lnTo>
                  <a:lnTo>
                    <a:pt x="322" y="244"/>
                  </a:lnTo>
                  <a:lnTo>
                    <a:pt x="331" y="244"/>
                  </a:lnTo>
                  <a:lnTo>
                    <a:pt x="340" y="247"/>
                  </a:lnTo>
                  <a:lnTo>
                    <a:pt x="358" y="253"/>
                  </a:lnTo>
                  <a:lnTo>
                    <a:pt x="367" y="256"/>
                  </a:lnTo>
                  <a:lnTo>
                    <a:pt x="375" y="263"/>
                  </a:lnTo>
                  <a:lnTo>
                    <a:pt x="389" y="275"/>
                  </a:lnTo>
                  <a:lnTo>
                    <a:pt x="397" y="284"/>
                  </a:lnTo>
                  <a:lnTo>
                    <a:pt x="403" y="294"/>
                  </a:lnTo>
                  <a:lnTo>
                    <a:pt x="416" y="312"/>
                  </a:lnTo>
                  <a:lnTo>
                    <a:pt x="421" y="325"/>
                  </a:lnTo>
                  <a:lnTo>
                    <a:pt x="426" y="337"/>
                  </a:lnTo>
                  <a:lnTo>
                    <a:pt x="437" y="366"/>
                  </a:lnTo>
                  <a:lnTo>
                    <a:pt x="442" y="378"/>
                  </a:lnTo>
                  <a:lnTo>
                    <a:pt x="446" y="394"/>
                  </a:lnTo>
                  <a:lnTo>
                    <a:pt x="453" y="428"/>
                  </a:lnTo>
                  <a:lnTo>
                    <a:pt x="460" y="462"/>
                  </a:lnTo>
                  <a:lnTo>
                    <a:pt x="465" y="497"/>
                  </a:lnTo>
                  <a:lnTo>
                    <a:pt x="466" y="515"/>
                  </a:lnTo>
                  <a:lnTo>
                    <a:pt x="469" y="537"/>
                  </a:lnTo>
                  <a:lnTo>
                    <a:pt x="471" y="578"/>
                  </a:lnTo>
                  <a:lnTo>
                    <a:pt x="473" y="618"/>
                  </a:lnTo>
                  <a:lnTo>
                    <a:pt x="474" y="662"/>
                  </a:lnTo>
                  <a:close/>
                  <a:moveTo>
                    <a:pt x="516" y="2201"/>
                  </a:moveTo>
                  <a:lnTo>
                    <a:pt x="514" y="2242"/>
                  </a:lnTo>
                  <a:lnTo>
                    <a:pt x="511" y="2282"/>
                  </a:lnTo>
                  <a:lnTo>
                    <a:pt x="509" y="2298"/>
                  </a:lnTo>
                  <a:lnTo>
                    <a:pt x="506" y="2317"/>
                  </a:lnTo>
                  <a:lnTo>
                    <a:pt x="500" y="2351"/>
                  </a:lnTo>
                  <a:lnTo>
                    <a:pt x="492" y="2379"/>
                  </a:lnTo>
                  <a:lnTo>
                    <a:pt x="487" y="2395"/>
                  </a:lnTo>
                  <a:lnTo>
                    <a:pt x="482" y="2407"/>
                  </a:lnTo>
                  <a:lnTo>
                    <a:pt x="476" y="2420"/>
                  </a:lnTo>
                  <a:lnTo>
                    <a:pt x="470" y="2429"/>
                  </a:lnTo>
                  <a:lnTo>
                    <a:pt x="457" y="2451"/>
                  </a:lnTo>
                  <a:lnTo>
                    <a:pt x="444" y="2470"/>
                  </a:lnTo>
                  <a:lnTo>
                    <a:pt x="430" y="2485"/>
                  </a:lnTo>
                  <a:lnTo>
                    <a:pt x="415" y="2498"/>
                  </a:lnTo>
                  <a:lnTo>
                    <a:pt x="401" y="2507"/>
                  </a:lnTo>
                  <a:lnTo>
                    <a:pt x="385" y="2516"/>
                  </a:lnTo>
                  <a:lnTo>
                    <a:pt x="370" y="2520"/>
                  </a:lnTo>
                  <a:lnTo>
                    <a:pt x="355" y="2523"/>
                  </a:lnTo>
                  <a:lnTo>
                    <a:pt x="338" y="2526"/>
                  </a:lnTo>
                  <a:lnTo>
                    <a:pt x="320" y="2523"/>
                  </a:lnTo>
                  <a:lnTo>
                    <a:pt x="303" y="2520"/>
                  </a:lnTo>
                  <a:lnTo>
                    <a:pt x="285" y="2513"/>
                  </a:lnTo>
                  <a:lnTo>
                    <a:pt x="269" y="2504"/>
                  </a:lnTo>
                  <a:lnTo>
                    <a:pt x="253" y="2491"/>
                  </a:lnTo>
                  <a:lnTo>
                    <a:pt x="238" y="2476"/>
                  </a:lnTo>
                  <a:lnTo>
                    <a:pt x="230" y="2470"/>
                  </a:lnTo>
                  <a:lnTo>
                    <a:pt x="222" y="2460"/>
                  </a:lnTo>
                  <a:lnTo>
                    <a:pt x="207" y="2438"/>
                  </a:lnTo>
                  <a:lnTo>
                    <a:pt x="201" y="2429"/>
                  </a:lnTo>
                  <a:lnTo>
                    <a:pt x="194" y="2416"/>
                  </a:lnTo>
                  <a:lnTo>
                    <a:pt x="188" y="2404"/>
                  </a:lnTo>
                  <a:lnTo>
                    <a:pt x="181" y="2388"/>
                  </a:lnTo>
                  <a:lnTo>
                    <a:pt x="176" y="2376"/>
                  </a:lnTo>
                  <a:lnTo>
                    <a:pt x="171" y="2360"/>
                  </a:lnTo>
                  <a:lnTo>
                    <a:pt x="167" y="2342"/>
                  </a:lnTo>
                  <a:lnTo>
                    <a:pt x="163" y="2326"/>
                  </a:lnTo>
                  <a:lnTo>
                    <a:pt x="160" y="2307"/>
                  </a:lnTo>
                  <a:lnTo>
                    <a:pt x="156" y="2289"/>
                  </a:lnTo>
                  <a:lnTo>
                    <a:pt x="153" y="2270"/>
                  </a:lnTo>
                  <a:lnTo>
                    <a:pt x="151" y="2251"/>
                  </a:lnTo>
                  <a:lnTo>
                    <a:pt x="148" y="2207"/>
                  </a:lnTo>
                  <a:lnTo>
                    <a:pt x="147" y="2185"/>
                  </a:lnTo>
                  <a:lnTo>
                    <a:pt x="145" y="2161"/>
                  </a:lnTo>
                  <a:lnTo>
                    <a:pt x="147" y="2129"/>
                  </a:lnTo>
                  <a:lnTo>
                    <a:pt x="148" y="2098"/>
                  </a:lnTo>
                  <a:lnTo>
                    <a:pt x="151" y="2070"/>
                  </a:lnTo>
                  <a:lnTo>
                    <a:pt x="153" y="2042"/>
                  </a:lnTo>
                  <a:lnTo>
                    <a:pt x="157" y="2017"/>
                  </a:lnTo>
                  <a:lnTo>
                    <a:pt x="161" y="1992"/>
                  </a:lnTo>
                  <a:lnTo>
                    <a:pt x="167" y="1970"/>
                  </a:lnTo>
                  <a:lnTo>
                    <a:pt x="170" y="1958"/>
                  </a:lnTo>
                  <a:lnTo>
                    <a:pt x="172" y="1948"/>
                  </a:lnTo>
                  <a:lnTo>
                    <a:pt x="185" y="1908"/>
                  </a:lnTo>
                  <a:lnTo>
                    <a:pt x="199" y="1864"/>
                  </a:lnTo>
                  <a:lnTo>
                    <a:pt x="215" y="1820"/>
                  </a:lnTo>
                  <a:lnTo>
                    <a:pt x="231" y="1780"/>
                  </a:lnTo>
                  <a:lnTo>
                    <a:pt x="337" y="1848"/>
                  </a:lnTo>
                  <a:lnTo>
                    <a:pt x="378" y="1876"/>
                  </a:lnTo>
                  <a:lnTo>
                    <a:pt x="417" y="1911"/>
                  </a:lnTo>
                  <a:lnTo>
                    <a:pt x="428" y="1920"/>
                  </a:lnTo>
                  <a:lnTo>
                    <a:pt x="438" y="1930"/>
                  </a:lnTo>
                  <a:lnTo>
                    <a:pt x="447" y="1939"/>
                  </a:lnTo>
                  <a:lnTo>
                    <a:pt x="456" y="1951"/>
                  </a:lnTo>
                  <a:lnTo>
                    <a:pt x="471" y="1979"/>
                  </a:lnTo>
                  <a:lnTo>
                    <a:pt x="479" y="1995"/>
                  </a:lnTo>
                  <a:lnTo>
                    <a:pt x="487" y="2011"/>
                  </a:lnTo>
                  <a:lnTo>
                    <a:pt x="493" y="2029"/>
                  </a:lnTo>
                  <a:lnTo>
                    <a:pt x="500" y="2048"/>
                  </a:lnTo>
                  <a:lnTo>
                    <a:pt x="503" y="2070"/>
                  </a:lnTo>
                  <a:lnTo>
                    <a:pt x="509" y="2092"/>
                  </a:lnTo>
                  <a:lnTo>
                    <a:pt x="511" y="2117"/>
                  </a:lnTo>
                  <a:lnTo>
                    <a:pt x="514" y="2142"/>
                  </a:lnTo>
                  <a:lnTo>
                    <a:pt x="515" y="2170"/>
                  </a:lnTo>
                  <a:lnTo>
                    <a:pt x="516" y="220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7847" name="Freeform 7"/>
            <p:cNvSpPr>
              <a:spLocks noEditPoints="1"/>
            </p:cNvSpPr>
            <p:nvPr/>
          </p:nvSpPr>
          <p:spPr bwMode="auto">
            <a:xfrm>
              <a:off x="1595" y="2377"/>
              <a:ext cx="585" cy="702"/>
            </a:xfrm>
            <a:custGeom>
              <a:avLst/>
              <a:gdLst/>
              <a:ahLst/>
              <a:cxnLst>
                <a:cxn ang="0">
                  <a:pos x="674" y="815"/>
                </a:cxn>
                <a:cxn ang="0">
                  <a:pos x="660" y="574"/>
                </a:cxn>
                <a:cxn ang="0">
                  <a:pos x="642" y="428"/>
                </a:cxn>
                <a:cxn ang="0">
                  <a:pos x="612" y="300"/>
                </a:cxn>
                <a:cxn ang="0">
                  <a:pos x="571" y="184"/>
                </a:cxn>
                <a:cxn ang="0">
                  <a:pos x="519" y="94"/>
                </a:cxn>
                <a:cxn ang="0">
                  <a:pos x="464" y="38"/>
                </a:cxn>
                <a:cxn ang="0">
                  <a:pos x="406" y="6"/>
                </a:cxn>
                <a:cxn ang="0">
                  <a:pos x="358" y="0"/>
                </a:cxn>
                <a:cxn ang="0">
                  <a:pos x="311" y="6"/>
                </a:cxn>
                <a:cxn ang="0">
                  <a:pos x="258" y="28"/>
                </a:cxn>
                <a:cxn ang="0">
                  <a:pos x="199" y="78"/>
                </a:cxn>
                <a:cxn ang="0">
                  <a:pos x="139" y="169"/>
                </a:cxn>
                <a:cxn ang="0">
                  <a:pos x="104" y="247"/>
                </a:cxn>
                <a:cxn ang="0">
                  <a:pos x="75" y="334"/>
                </a:cxn>
                <a:cxn ang="0">
                  <a:pos x="40" y="490"/>
                </a:cxn>
                <a:cxn ang="0">
                  <a:pos x="16" y="665"/>
                </a:cxn>
                <a:cxn ang="0">
                  <a:pos x="3" y="852"/>
                </a:cxn>
                <a:cxn ang="0">
                  <a:pos x="2" y="1099"/>
                </a:cxn>
                <a:cxn ang="0">
                  <a:pos x="16" y="1302"/>
                </a:cxn>
                <a:cxn ang="0">
                  <a:pos x="38" y="1458"/>
                </a:cxn>
                <a:cxn ang="0">
                  <a:pos x="68" y="1592"/>
                </a:cxn>
                <a:cxn ang="0">
                  <a:pos x="116" y="1723"/>
                </a:cxn>
                <a:cxn ang="0">
                  <a:pos x="159" y="1801"/>
                </a:cxn>
                <a:cxn ang="0">
                  <a:pos x="226" y="1879"/>
                </a:cxn>
                <a:cxn ang="0">
                  <a:pos x="304" y="1929"/>
                </a:cxn>
                <a:cxn ang="0">
                  <a:pos x="393" y="1945"/>
                </a:cxn>
                <a:cxn ang="0">
                  <a:pos x="485" y="1926"/>
                </a:cxn>
                <a:cxn ang="0">
                  <a:pos x="542" y="1892"/>
                </a:cxn>
                <a:cxn ang="0">
                  <a:pos x="626" y="1811"/>
                </a:cxn>
                <a:cxn ang="0">
                  <a:pos x="647" y="1467"/>
                </a:cxn>
                <a:cxn ang="0">
                  <a:pos x="596" y="1520"/>
                </a:cxn>
                <a:cxn ang="0">
                  <a:pos x="540" y="1595"/>
                </a:cxn>
                <a:cxn ang="0">
                  <a:pos x="480" y="1639"/>
                </a:cxn>
                <a:cxn ang="0">
                  <a:pos x="433" y="1658"/>
                </a:cxn>
                <a:cxn ang="0">
                  <a:pos x="370" y="1655"/>
                </a:cxn>
                <a:cxn ang="0">
                  <a:pos x="317" y="1633"/>
                </a:cxn>
                <a:cxn ang="0">
                  <a:pos x="272" y="1589"/>
                </a:cxn>
                <a:cxn ang="0">
                  <a:pos x="235" y="1520"/>
                </a:cxn>
                <a:cxn ang="0">
                  <a:pos x="204" y="1436"/>
                </a:cxn>
                <a:cxn ang="0">
                  <a:pos x="183" y="1333"/>
                </a:cxn>
                <a:cxn ang="0">
                  <a:pos x="167" y="1221"/>
                </a:cxn>
                <a:cxn ang="0">
                  <a:pos x="159" y="1090"/>
                </a:cxn>
                <a:cxn ang="0">
                  <a:pos x="245" y="1018"/>
                </a:cxn>
                <a:cxn ang="0">
                  <a:pos x="666" y="1021"/>
                </a:cxn>
                <a:cxn ang="0">
                  <a:pos x="324" y="749"/>
                </a:cxn>
                <a:cxn ang="0">
                  <a:pos x="167" y="631"/>
                </a:cxn>
                <a:cxn ang="0">
                  <a:pos x="193" y="481"/>
                </a:cxn>
                <a:cxn ang="0">
                  <a:pos x="221" y="390"/>
                </a:cxn>
                <a:cxn ang="0">
                  <a:pos x="257" y="319"/>
                </a:cxn>
                <a:cxn ang="0">
                  <a:pos x="292" y="281"/>
                </a:cxn>
                <a:cxn ang="0">
                  <a:pos x="340" y="259"/>
                </a:cxn>
                <a:cxn ang="0">
                  <a:pos x="388" y="265"/>
                </a:cxn>
                <a:cxn ang="0">
                  <a:pos x="420" y="290"/>
                </a:cxn>
                <a:cxn ang="0">
                  <a:pos x="455" y="340"/>
                </a:cxn>
                <a:cxn ang="0">
                  <a:pos x="489" y="437"/>
                </a:cxn>
                <a:cxn ang="0">
                  <a:pos x="514" y="565"/>
                </a:cxn>
                <a:cxn ang="0">
                  <a:pos x="524" y="696"/>
                </a:cxn>
              </a:cxnLst>
              <a:rect l="0" t="0" r="r" b="b"/>
              <a:pathLst>
                <a:path w="677" h="1945">
                  <a:moveTo>
                    <a:pt x="677" y="999"/>
                  </a:moveTo>
                  <a:lnTo>
                    <a:pt x="677" y="937"/>
                  </a:lnTo>
                  <a:lnTo>
                    <a:pt x="677" y="874"/>
                  </a:lnTo>
                  <a:lnTo>
                    <a:pt x="674" y="815"/>
                  </a:lnTo>
                  <a:lnTo>
                    <a:pt x="673" y="752"/>
                  </a:lnTo>
                  <a:lnTo>
                    <a:pt x="669" y="693"/>
                  </a:lnTo>
                  <a:lnTo>
                    <a:pt x="665" y="634"/>
                  </a:lnTo>
                  <a:lnTo>
                    <a:pt x="660" y="574"/>
                  </a:lnTo>
                  <a:lnTo>
                    <a:pt x="653" y="515"/>
                  </a:lnTo>
                  <a:lnTo>
                    <a:pt x="651" y="484"/>
                  </a:lnTo>
                  <a:lnTo>
                    <a:pt x="647" y="456"/>
                  </a:lnTo>
                  <a:lnTo>
                    <a:pt x="642" y="428"/>
                  </a:lnTo>
                  <a:lnTo>
                    <a:pt x="637" y="400"/>
                  </a:lnTo>
                  <a:lnTo>
                    <a:pt x="632" y="375"/>
                  </a:lnTo>
                  <a:lnTo>
                    <a:pt x="625" y="350"/>
                  </a:lnTo>
                  <a:lnTo>
                    <a:pt x="612" y="300"/>
                  </a:lnTo>
                  <a:lnTo>
                    <a:pt x="597" y="250"/>
                  </a:lnTo>
                  <a:lnTo>
                    <a:pt x="589" y="228"/>
                  </a:lnTo>
                  <a:lnTo>
                    <a:pt x="580" y="206"/>
                  </a:lnTo>
                  <a:lnTo>
                    <a:pt x="571" y="184"/>
                  </a:lnTo>
                  <a:lnTo>
                    <a:pt x="561" y="166"/>
                  </a:lnTo>
                  <a:lnTo>
                    <a:pt x="540" y="125"/>
                  </a:lnTo>
                  <a:lnTo>
                    <a:pt x="529" y="109"/>
                  </a:lnTo>
                  <a:lnTo>
                    <a:pt x="519" y="94"/>
                  </a:lnTo>
                  <a:lnTo>
                    <a:pt x="508" y="81"/>
                  </a:lnTo>
                  <a:lnTo>
                    <a:pt x="497" y="69"/>
                  </a:lnTo>
                  <a:lnTo>
                    <a:pt x="475" y="47"/>
                  </a:lnTo>
                  <a:lnTo>
                    <a:pt x="464" y="38"/>
                  </a:lnTo>
                  <a:lnTo>
                    <a:pt x="452" y="31"/>
                  </a:lnTo>
                  <a:lnTo>
                    <a:pt x="440" y="22"/>
                  </a:lnTo>
                  <a:lnTo>
                    <a:pt x="429" y="16"/>
                  </a:lnTo>
                  <a:lnTo>
                    <a:pt x="406" y="6"/>
                  </a:lnTo>
                  <a:lnTo>
                    <a:pt x="393" y="3"/>
                  </a:lnTo>
                  <a:lnTo>
                    <a:pt x="381" y="3"/>
                  </a:lnTo>
                  <a:lnTo>
                    <a:pt x="370" y="0"/>
                  </a:lnTo>
                  <a:lnTo>
                    <a:pt x="358" y="0"/>
                  </a:lnTo>
                  <a:lnTo>
                    <a:pt x="353" y="0"/>
                  </a:lnTo>
                  <a:lnTo>
                    <a:pt x="339" y="0"/>
                  </a:lnTo>
                  <a:lnTo>
                    <a:pt x="325" y="3"/>
                  </a:lnTo>
                  <a:lnTo>
                    <a:pt x="311" y="6"/>
                  </a:lnTo>
                  <a:lnTo>
                    <a:pt x="297" y="9"/>
                  </a:lnTo>
                  <a:lnTo>
                    <a:pt x="284" y="16"/>
                  </a:lnTo>
                  <a:lnTo>
                    <a:pt x="271" y="22"/>
                  </a:lnTo>
                  <a:lnTo>
                    <a:pt x="258" y="28"/>
                  </a:lnTo>
                  <a:lnTo>
                    <a:pt x="245" y="34"/>
                  </a:lnTo>
                  <a:lnTo>
                    <a:pt x="234" y="44"/>
                  </a:lnTo>
                  <a:lnTo>
                    <a:pt x="222" y="53"/>
                  </a:lnTo>
                  <a:lnTo>
                    <a:pt x="199" y="78"/>
                  </a:lnTo>
                  <a:lnTo>
                    <a:pt x="177" y="103"/>
                  </a:lnTo>
                  <a:lnTo>
                    <a:pt x="167" y="119"/>
                  </a:lnTo>
                  <a:lnTo>
                    <a:pt x="158" y="134"/>
                  </a:lnTo>
                  <a:lnTo>
                    <a:pt x="139" y="169"/>
                  </a:lnTo>
                  <a:lnTo>
                    <a:pt x="130" y="187"/>
                  </a:lnTo>
                  <a:lnTo>
                    <a:pt x="121" y="206"/>
                  </a:lnTo>
                  <a:lnTo>
                    <a:pt x="112" y="225"/>
                  </a:lnTo>
                  <a:lnTo>
                    <a:pt x="104" y="247"/>
                  </a:lnTo>
                  <a:lnTo>
                    <a:pt x="97" y="269"/>
                  </a:lnTo>
                  <a:lnTo>
                    <a:pt x="89" y="290"/>
                  </a:lnTo>
                  <a:lnTo>
                    <a:pt x="81" y="312"/>
                  </a:lnTo>
                  <a:lnTo>
                    <a:pt x="75" y="334"/>
                  </a:lnTo>
                  <a:lnTo>
                    <a:pt x="62" y="384"/>
                  </a:lnTo>
                  <a:lnTo>
                    <a:pt x="55" y="409"/>
                  </a:lnTo>
                  <a:lnTo>
                    <a:pt x="50" y="434"/>
                  </a:lnTo>
                  <a:lnTo>
                    <a:pt x="40" y="490"/>
                  </a:lnTo>
                  <a:lnTo>
                    <a:pt x="30" y="546"/>
                  </a:lnTo>
                  <a:lnTo>
                    <a:pt x="22" y="606"/>
                  </a:lnTo>
                  <a:lnTo>
                    <a:pt x="18" y="634"/>
                  </a:lnTo>
                  <a:lnTo>
                    <a:pt x="16" y="665"/>
                  </a:lnTo>
                  <a:lnTo>
                    <a:pt x="9" y="724"/>
                  </a:lnTo>
                  <a:lnTo>
                    <a:pt x="8" y="756"/>
                  </a:lnTo>
                  <a:lnTo>
                    <a:pt x="5" y="790"/>
                  </a:lnTo>
                  <a:lnTo>
                    <a:pt x="3" y="852"/>
                  </a:lnTo>
                  <a:lnTo>
                    <a:pt x="0" y="921"/>
                  </a:lnTo>
                  <a:lnTo>
                    <a:pt x="0" y="990"/>
                  </a:lnTo>
                  <a:lnTo>
                    <a:pt x="0" y="1046"/>
                  </a:lnTo>
                  <a:lnTo>
                    <a:pt x="2" y="1099"/>
                  </a:lnTo>
                  <a:lnTo>
                    <a:pt x="4" y="1152"/>
                  </a:lnTo>
                  <a:lnTo>
                    <a:pt x="7" y="1202"/>
                  </a:lnTo>
                  <a:lnTo>
                    <a:pt x="11" y="1252"/>
                  </a:lnTo>
                  <a:lnTo>
                    <a:pt x="16" y="1302"/>
                  </a:lnTo>
                  <a:lnTo>
                    <a:pt x="21" y="1349"/>
                  </a:lnTo>
                  <a:lnTo>
                    <a:pt x="26" y="1392"/>
                  </a:lnTo>
                  <a:lnTo>
                    <a:pt x="34" y="1436"/>
                  </a:lnTo>
                  <a:lnTo>
                    <a:pt x="38" y="1458"/>
                  </a:lnTo>
                  <a:lnTo>
                    <a:pt x="41" y="1477"/>
                  </a:lnTo>
                  <a:lnTo>
                    <a:pt x="49" y="1517"/>
                  </a:lnTo>
                  <a:lnTo>
                    <a:pt x="58" y="1555"/>
                  </a:lnTo>
                  <a:lnTo>
                    <a:pt x="68" y="1592"/>
                  </a:lnTo>
                  <a:lnTo>
                    <a:pt x="79" y="1626"/>
                  </a:lnTo>
                  <a:lnTo>
                    <a:pt x="90" y="1661"/>
                  </a:lnTo>
                  <a:lnTo>
                    <a:pt x="103" y="1692"/>
                  </a:lnTo>
                  <a:lnTo>
                    <a:pt x="116" y="1723"/>
                  </a:lnTo>
                  <a:lnTo>
                    <a:pt x="123" y="1739"/>
                  </a:lnTo>
                  <a:lnTo>
                    <a:pt x="130" y="1751"/>
                  </a:lnTo>
                  <a:lnTo>
                    <a:pt x="144" y="1776"/>
                  </a:lnTo>
                  <a:lnTo>
                    <a:pt x="159" y="1801"/>
                  </a:lnTo>
                  <a:lnTo>
                    <a:pt x="175" y="1823"/>
                  </a:lnTo>
                  <a:lnTo>
                    <a:pt x="191" y="1845"/>
                  </a:lnTo>
                  <a:lnTo>
                    <a:pt x="208" y="1864"/>
                  </a:lnTo>
                  <a:lnTo>
                    <a:pt x="226" y="1879"/>
                  </a:lnTo>
                  <a:lnTo>
                    <a:pt x="245" y="1895"/>
                  </a:lnTo>
                  <a:lnTo>
                    <a:pt x="265" y="1907"/>
                  </a:lnTo>
                  <a:lnTo>
                    <a:pt x="284" y="1920"/>
                  </a:lnTo>
                  <a:lnTo>
                    <a:pt x="304" y="1929"/>
                  </a:lnTo>
                  <a:lnTo>
                    <a:pt x="326" y="1936"/>
                  </a:lnTo>
                  <a:lnTo>
                    <a:pt x="348" y="1942"/>
                  </a:lnTo>
                  <a:lnTo>
                    <a:pt x="370" y="1945"/>
                  </a:lnTo>
                  <a:lnTo>
                    <a:pt x="393" y="1945"/>
                  </a:lnTo>
                  <a:lnTo>
                    <a:pt x="425" y="1942"/>
                  </a:lnTo>
                  <a:lnTo>
                    <a:pt x="456" y="1936"/>
                  </a:lnTo>
                  <a:lnTo>
                    <a:pt x="471" y="1932"/>
                  </a:lnTo>
                  <a:lnTo>
                    <a:pt x="485" y="1926"/>
                  </a:lnTo>
                  <a:lnTo>
                    <a:pt x="499" y="1920"/>
                  </a:lnTo>
                  <a:lnTo>
                    <a:pt x="514" y="1911"/>
                  </a:lnTo>
                  <a:lnTo>
                    <a:pt x="528" y="1901"/>
                  </a:lnTo>
                  <a:lnTo>
                    <a:pt x="542" y="1892"/>
                  </a:lnTo>
                  <a:lnTo>
                    <a:pt x="570" y="1867"/>
                  </a:lnTo>
                  <a:lnTo>
                    <a:pt x="584" y="1854"/>
                  </a:lnTo>
                  <a:lnTo>
                    <a:pt x="598" y="1842"/>
                  </a:lnTo>
                  <a:lnTo>
                    <a:pt x="626" y="1811"/>
                  </a:lnTo>
                  <a:lnTo>
                    <a:pt x="634" y="1786"/>
                  </a:lnTo>
                  <a:lnTo>
                    <a:pt x="639" y="1626"/>
                  </a:lnTo>
                  <a:lnTo>
                    <a:pt x="643" y="1545"/>
                  </a:lnTo>
                  <a:lnTo>
                    <a:pt x="647" y="1467"/>
                  </a:lnTo>
                  <a:lnTo>
                    <a:pt x="635" y="1449"/>
                  </a:lnTo>
                  <a:lnTo>
                    <a:pt x="623" y="1474"/>
                  </a:lnTo>
                  <a:lnTo>
                    <a:pt x="609" y="1499"/>
                  </a:lnTo>
                  <a:lnTo>
                    <a:pt x="596" y="1520"/>
                  </a:lnTo>
                  <a:lnTo>
                    <a:pt x="582" y="1542"/>
                  </a:lnTo>
                  <a:lnTo>
                    <a:pt x="569" y="1561"/>
                  </a:lnTo>
                  <a:lnTo>
                    <a:pt x="555" y="1580"/>
                  </a:lnTo>
                  <a:lnTo>
                    <a:pt x="540" y="1595"/>
                  </a:lnTo>
                  <a:lnTo>
                    <a:pt x="525" y="1608"/>
                  </a:lnTo>
                  <a:lnTo>
                    <a:pt x="511" y="1620"/>
                  </a:lnTo>
                  <a:lnTo>
                    <a:pt x="496" y="1630"/>
                  </a:lnTo>
                  <a:lnTo>
                    <a:pt x="480" y="1639"/>
                  </a:lnTo>
                  <a:lnTo>
                    <a:pt x="472" y="1642"/>
                  </a:lnTo>
                  <a:lnTo>
                    <a:pt x="465" y="1648"/>
                  </a:lnTo>
                  <a:lnTo>
                    <a:pt x="448" y="1651"/>
                  </a:lnTo>
                  <a:lnTo>
                    <a:pt x="433" y="1658"/>
                  </a:lnTo>
                  <a:lnTo>
                    <a:pt x="416" y="1658"/>
                  </a:lnTo>
                  <a:lnTo>
                    <a:pt x="399" y="1661"/>
                  </a:lnTo>
                  <a:lnTo>
                    <a:pt x="384" y="1658"/>
                  </a:lnTo>
                  <a:lnTo>
                    <a:pt x="370" y="1655"/>
                  </a:lnTo>
                  <a:lnTo>
                    <a:pt x="356" y="1651"/>
                  </a:lnTo>
                  <a:lnTo>
                    <a:pt x="343" y="1648"/>
                  </a:lnTo>
                  <a:lnTo>
                    <a:pt x="330" y="1639"/>
                  </a:lnTo>
                  <a:lnTo>
                    <a:pt x="317" y="1633"/>
                  </a:lnTo>
                  <a:lnTo>
                    <a:pt x="306" y="1623"/>
                  </a:lnTo>
                  <a:lnTo>
                    <a:pt x="294" y="1614"/>
                  </a:lnTo>
                  <a:lnTo>
                    <a:pt x="283" y="1602"/>
                  </a:lnTo>
                  <a:lnTo>
                    <a:pt x="272" y="1589"/>
                  </a:lnTo>
                  <a:lnTo>
                    <a:pt x="262" y="1573"/>
                  </a:lnTo>
                  <a:lnTo>
                    <a:pt x="253" y="1558"/>
                  </a:lnTo>
                  <a:lnTo>
                    <a:pt x="244" y="1539"/>
                  </a:lnTo>
                  <a:lnTo>
                    <a:pt x="235" y="1520"/>
                  </a:lnTo>
                  <a:lnTo>
                    <a:pt x="226" y="1502"/>
                  </a:lnTo>
                  <a:lnTo>
                    <a:pt x="218" y="1480"/>
                  </a:lnTo>
                  <a:lnTo>
                    <a:pt x="212" y="1458"/>
                  </a:lnTo>
                  <a:lnTo>
                    <a:pt x="204" y="1436"/>
                  </a:lnTo>
                  <a:lnTo>
                    <a:pt x="198" y="1411"/>
                  </a:lnTo>
                  <a:lnTo>
                    <a:pt x="193" y="1386"/>
                  </a:lnTo>
                  <a:lnTo>
                    <a:pt x="186" y="1361"/>
                  </a:lnTo>
                  <a:lnTo>
                    <a:pt x="183" y="1333"/>
                  </a:lnTo>
                  <a:lnTo>
                    <a:pt x="177" y="1308"/>
                  </a:lnTo>
                  <a:lnTo>
                    <a:pt x="174" y="1280"/>
                  </a:lnTo>
                  <a:lnTo>
                    <a:pt x="170" y="1249"/>
                  </a:lnTo>
                  <a:lnTo>
                    <a:pt x="167" y="1221"/>
                  </a:lnTo>
                  <a:lnTo>
                    <a:pt x="165" y="1189"/>
                  </a:lnTo>
                  <a:lnTo>
                    <a:pt x="162" y="1155"/>
                  </a:lnTo>
                  <a:lnTo>
                    <a:pt x="161" y="1124"/>
                  </a:lnTo>
                  <a:lnTo>
                    <a:pt x="159" y="1090"/>
                  </a:lnTo>
                  <a:lnTo>
                    <a:pt x="158" y="1055"/>
                  </a:lnTo>
                  <a:lnTo>
                    <a:pt x="158" y="1021"/>
                  </a:lnTo>
                  <a:lnTo>
                    <a:pt x="202" y="1018"/>
                  </a:lnTo>
                  <a:lnTo>
                    <a:pt x="245" y="1018"/>
                  </a:lnTo>
                  <a:lnTo>
                    <a:pt x="333" y="1018"/>
                  </a:lnTo>
                  <a:lnTo>
                    <a:pt x="410" y="1018"/>
                  </a:lnTo>
                  <a:lnTo>
                    <a:pt x="538" y="1018"/>
                  </a:lnTo>
                  <a:lnTo>
                    <a:pt x="666" y="1021"/>
                  </a:lnTo>
                  <a:lnTo>
                    <a:pt x="677" y="999"/>
                  </a:lnTo>
                  <a:close/>
                  <a:moveTo>
                    <a:pt x="524" y="746"/>
                  </a:moveTo>
                  <a:lnTo>
                    <a:pt x="424" y="749"/>
                  </a:lnTo>
                  <a:lnTo>
                    <a:pt x="324" y="749"/>
                  </a:lnTo>
                  <a:lnTo>
                    <a:pt x="158" y="749"/>
                  </a:lnTo>
                  <a:lnTo>
                    <a:pt x="161" y="699"/>
                  </a:lnTo>
                  <a:lnTo>
                    <a:pt x="165" y="653"/>
                  </a:lnTo>
                  <a:lnTo>
                    <a:pt x="167" y="631"/>
                  </a:lnTo>
                  <a:lnTo>
                    <a:pt x="170" y="609"/>
                  </a:lnTo>
                  <a:lnTo>
                    <a:pt x="176" y="565"/>
                  </a:lnTo>
                  <a:lnTo>
                    <a:pt x="184" y="521"/>
                  </a:lnTo>
                  <a:lnTo>
                    <a:pt x="193" y="481"/>
                  </a:lnTo>
                  <a:lnTo>
                    <a:pt x="198" y="462"/>
                  </a:lnTo>
                  <a:lnTo>
                    <a:pt x="203" y="443"/>
                  </a:lnTo>
                  <a:lnTo>
                    <a:pt x="215" y="406"/>
                  </a:lnTo>
                  <a:lnTo>
                    <a:pt x="221" y="390"/>
                  </a:lnTo>
                  <a:lnTo>
                    <a:pt x="227" y="372"/>
                  </a:lnTo>
                  <a:lnTo>
                    <a:pt x="243" y="343"/>
                  </a:lnTo>
                  <a:lnTo>
                    <a:pt x="249" y="331"/>
                  </a:lnTo>
                  <a:lnTo>
                    <a:pt x="257" y="319"/>
                  </a:lnTo>
                  <a:lnTo>
                    <a:pt x="266" y="306"/>
                  </a:lnTo>
                  <a:lnTo>
                    <a:pt x="274" y="297"/>
                  </a:lnTo>
                  <a:lnTo>
                    <a:pt x="283" y="287"/>
                  </a:lnTo>
                  <a:lnTo>
                    <a:pt x="292" y="281"/>
                  </a:lnTo>
                  <a:lnTo>
                    <a:pt x="310" y="269"/>
                  </a:lnTo>
                  <a:lnTo>
                    <a:pt x="320" y="265"/>
                  </a:lnTo>
                  <a:lnTo>
                    <a:pt x="330" y="259"/>
                  </a:lnTo>
                  <a:lnTo>
                    <a:pt x="340" y="259"/>
                  </a:lnTo>
                  <a:lnTo>
                    <a:pt x="351" y="256"/>
                  </a:lnTo>
                  <a:lnTo>
                    <a:pt x="366" y="259"/>
                  </a:lnTo>
                  <a:lnTo>
                    <a:pt x="380" y="262"/>
                  </a:lnTo>
                  <a:lnTo>
                    <a:pt x="388" y="265"/>
                  </a:lnTo>
                  <a:lnTo>
                    <a:pt x="394" y="269"/>
                  </a:lnTo>
                  <a:lnTo>
                    <a:pt x="401" y="275"/>
                  </a:lnTo>
                  <a:lnTo>
                    <a:pt x="407" y="278"/>
                  </a:lnTo>
                  <a:lnTo>
                    <a:pt x="420" y="290"/>
                  </a:lnTo>
                  <a:lnTo>
                    <a:pt x="431" y="306"/>
                  </a:lnTo>
                  <a:lnTo>
                    <a:pt x="443" y="322"/>
                  </a:lnTo>
                  <a:lnTo>
                    <a:pt x="449" y="331"/>
                  </a:lnTo>
                  <a:lnTo>
                    <a:pt x="455" y="340"/>
                  </a:lnTo>
                  <a:lnTo>
                    <a:pt x="464" y="362"/>
                  </a:lnTo>
                  <a:lnTo>
                    <a:pt x="474" y="384"/>
                  </a:lnTo>
                  <a:lnTo>
                    <a:pt x="481" y="412"/>
                  </a:lnTo>
                  <a:lnTo>
                    <a:pt x="489" y="437"/>
                  </a:lnTo>
                  <a:lnTo>
                    <a:pt x="497" y="465"/>
                  </a:lnTo>
                  <a:lnTo>
                    <a:pt x="503" y="496"/>
                  </a:lnTo>
                  <a:lnTo>
                    <a:pt x="508" y="531"/>
                  </a:lnTo>
                  <a:lnTo>
                    <a:pt x="514" y="565"/>
                  </a:lnTo>
                  <a:lnTo>
                    <a:pt x="517" y="593"/>
                  </a:lnTo>
                  <a:lnTo>
                    <a:pt x="520" y="631"/>
                  </a:lnTo>
                  <a:lnTo>
                    <a:pt x="523" y="665"/>
                  </a:lnTo>
                  <a:lnTo>
                    <a:pt x="524" y="696"/>
                  </a:lnTo>
                  <a:lnTo>
                    <a:pt x="524" y="746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7848" name="Freeform 8"/>
            <p:cNvSpPr>
              <a:spLocks/>
            </p:cNvSpPr>
            <p:nvPr/>
          </p:nvSpPr>
          <p:spPr bwMode="auto">
            <a:xfrm>
              <a:off x="2322" y="2393"/>
              <a:ext cx="576" cy="685"/>
            </a:xfrm>
            <a:custGeom>
              <a:avLst/>
              <a:gdLst/>
              <a:ahLst/>
              <a:cxnLst>
                <a:cxn ang="0">
                  <a:pos x="667" y="1780"/>
                </a:cxn>
                <a:cxn ang="0">
                  <a:pos x="664" y="1602"/>
                </a:cxn>
                <a:cxn ang="0">
                  <a:pos x="661" y="1333"/>
                </a:cxn>
                <a:cxn ang="0">
                  <a:pos x="661" y="737"/>
                </a:cxn>
                <a:cxn ang="0">
                  <a:pos x="658" y="544"/>
                </a:cxn>
                <a:cxn ang="0">
                  <a:pos x="653" y="447"/>
                </a:cxn>
                <a:cxn ang="0">
                  <a:pos x="646" y="356"/>
                </a:cxn>
                <a:cxn ang="0">
                  <a:pos x="633" y="272"/>
                </a:cxn>
                <a:cxn ang="0">
                  <a:pos x="620" y="216"/>
                </a:cxn>
                <a:cxn ang="0">
                  <a:pos x="610" y="185"/>
                </a:cxn>
                <a:cxn ang="0">
                  <a:pos x="592" y="141"/>
                </a:cxn>
                <a:cxn ang="0">
                  <a:pos x="572" y="100"/>
                </a:cxn>
                <a:cxn ang="0">
                  <a:pos x="551" y="69"/>
                </a:cxn>
                <a:cxn ang="0">
                  <a:pos x="528" y="44"/>
                </a:cxn>
                <a:cxn ang="0">
                  <a:pos x="503" y="25"/>
                </a:cxn>
                <a:cxn ang="0">
                  <a:pos x="470" y="7"/>
                </a:cxn>
                <a:cxn ang="0">
                  <a:pos x="434" y="0"/>
                </a:cxn>
                <a:cxn ang="0">
                  <a:pos x="397" y="7"/>
                </a:cxn>
                <a:cxn ang="0">
                  <a:pos x="361" y="16"/>
                </a:cxn>
                <a:cxn ang="0">
                  <a:pos x="327" y="35"/>
                </a:cxn>
                <a:cxn ang="0">
                  <a:pos x="295" y="63"/>
                </a:cxn>
                <a:cxn ang="0">
                  <a:pos x="265" y="94"/>
                </a:cxn>
                <a:cxn ang="0">
                  <a:pos x="235" y="132"/>
                </a:cxn>
                <a:cxn ang="0">
                  <a:pos x="204" y="175"/>
                </a:cxn>
                <a:cxn ang="0">
                  <a:pos x="175" y="41"/>
                </a:cxn>
                <a:cxn ang="0">
                  <a:pos x="87" y="50"/>
                </a:cxn>
                <a:cxn ang="0">
                  <a:pos x="9" y="85"/>
                </a:cxn>
                <a:cxn ang="0">
                  <a:pos x="8" y="388"/>
                </a:cxn>
                <a:cxn ang="0">
                  <a:pos x="14" y="665"/>
                </a:cxn>
                <a:cxn ang="0">
                  <a:pos x="17" y="943"/>
                </a:cxn>
                <a:cxn ang="0">
                  <a:pos x="18" y="1386"/>
                </a:cxn>
                <a:cxn ang="0">
                  <a:pos x="14" y="1880"/>
                </a:cxn>
                <a:cxn ang="0">
                  <a:pos x="98" y="1895"/>
                </a:cxn>
                <a:cxn ang="0">
                  <a:pos x="184" y="1867"/>
                </a:cxn>
                <a:cxn ang="0">
                  <a:pos x="179" y="1627"/>
                </a:cxn>
                <a:cxn ang="0">
                  <a:pos x="175" y="1383"/>
                </a:cxn>
                <a:cxn ang="0">
                  <a:pos x="172" y="1140"/>
                </a:cxn>
                <a:cxn ang="0">
                  <a:pos x="172" y="506"/>
                </a:cxn>
                <a:cxn ang="0">
                  <a:pos x="218" y="428"/>
                </a:cxn>
                <a:cxn ang="0">
                  <a:pos x="263" y="366"/>
                </a:cxn>
                <a:cxn ang="0">
                  <a:pos x="288" y="341"/>
                </a:cxn>
                <a:cxn ang="0">
                  <a:pos x="313" y="322"/>
                </a:cxn>
                <a:cxn ang="0">
                  <a:pos x="334" y="313"/>
                </a:cxn>
                <a:cxn ang="0">
                  <a:pos x="354" y="306"/>
                </a:cxn>
                <a:cxn ang="0">
                  <a:pos x="388" y="310"/>
                </a:cxn>
                <a:cxn ang="0">
                  <a:pos x="404" y="316"/>
                </a:cxn>
                <a:cxn ang="0">
                  <a:pos x="420" y="325"/>
                </a:cxn>
                <a:cxn ang="0">
                  <a:pos x="434" y="341"/>
                </a:cxn>
                <a:cxn ang="0">
                  <a:pos x="452" y="369"/>
                </a:cxn>
                <a:cxn ang="0">
                  <a:pos x="462" y="391"/>
                </a:cxn>
                <a:cxn ang="0">
                  <a:pos x="475" y="434"/>
                </a:cxn>
                <a:cxn ang="0">
                  <a:pos x="487" y="497"/>
                </a:cxn>
                <a:cxn ang="0">
                  <a:pos x="497" y="569"/>
                </a:cxn>
                <a:cxn ang="0">
                  <a:pos x="503" y="644"/>
                </a:cxn>
                <a:cxn ang="0">
                  <a:pos x="506" y="722"/>
                </a:cxn>
                <a:cxn ang="0">
                  <a:pos x="507" y="881"/>
                </a:cxn>
                <a:cxn ang="0">
                  <a:pos x="507" y="1021"/>
                </a:cxn>
                <a:cxn ang="0">
                  <a:pos x="506" y="1880"/>
                </a:cxn>
                <a:cxn ang="0">
                  <a:pos x="588" y="1895"/>
                </a:cxn>
                <a:cxn ang="0">
                  <a:pos x="670" y="1867"/>
                </a:cxn>
              </a:cxnLst>
              <a:rect l="0" t="0" r="r" b="b"/>
              <a:pathLst>
                <a:path w="670" h="1905">
                  <a:moveTo>
                    <a:pt x="670" y="1867"/>
                  </a:moveTo>
                  <a:lnTo>
                    <a:pt x="667" y="1780"/>
                  </a:lnTo>
                  <a:lnTo>
                    <a:pt x="665" y="1689"/>
                  </a:lnTo>
                  <a:lnTo>
                    <a:pt x="664" y="1602"/>
                  </a:lnTo>
                  <a:lnTo>
                    <a:pt x="662" y="1511"/>
                  </a:lnTo>
                  <a:lnTo>
                    <a:pt x="661" y="1333"/>
                  </a:lnTo>
                  <a:lnTo>
                    <a:pt x="661" y="1155"/>
                  </a:lnTo>
                  <a:lnTo>
                    <a:pt x="661" y="737"/>
                  </a:lnTo>
                  <a:lnTo>
                    <a:pt x="660" y="644"/>
                  </a:lnTo>
                  <a:lnTo>
                    <a:pt x="658" y="544"/>
                  </a:lnTo>
                  <a:lnTo>
                    <a:pt x="656" y="494"/>
                  </a:lnTo>
                  <a:lnTo>
                    <a:pt x="653" y="447"/>
                  </a:lnTo>
                  <a:lnTo>
                    <a:pt x="651" y="400"/>
                  </a:lnTo>
                  <a:lnTo>
                    <a:pt x="646" y="356"/>
                  </a:lnTo>
                  <a:lnTo>
                    <a:pt x="639" y="313"/>
                  </a:lnTo>
                  <a:lnTo>
                    <a:pt x="633" y="272"/>
                  </a:lnTo>
                  <a:lnTo>
                    <a:pt x="624" y="235"/>
                  </a:lnTo>
                  <a:lnTo>
                    <a:pt x="620" y="216"/>
                  </a:lnTo>
                  <a:lnTo>
                    <a:pt x="615" y="200"/>
                  </a:lnTo>
                  <a:lnTo>
                    <a:pt x="610" y="185"/>
                  </a:lnTo>
                  <a:lnTo>
                    <a:pt x="605" y="169"/>
                  </a:lnTo>
                  <a:lnTo>
                    <a:pt x="592" y="141"/>
                  </a:lnTo>
                  <a:lnTo>
                    <a:pt x="579" y="113"/>
                  </a:lnTo>
                  <a:lnTo>
                    <a:pt x="572" y="100"/>
                  </a:lnTo>
                  <a:lnTo>
                    <a:pt x="566" y="91"/>
                  </a:lnTo>
                  <a:lnTo>
                    <a:pt x="551" y="69"/>
                  </a:lnTo>
                  <a:lnTo>
                    <a:pt x="535" y="50"/>
                  </a:lnTo>
                  <a:lnTo>
                    <a:pt x="528" y="44"/>
                  </a:lnTo>
                  <a:lnTo>
                    <a:pt x="520" y="38"/>
                  </a:lnTo>
                  <a:lnTo>
                    <a:pt x="503" y="25"/>
                  </a:lnTo>
                  <a:lnTo>
                    <a:pt x="487" y="13"/>
                  </a:lnTo>
                  <a:lnTo>
                    <a:pt x="470" y="7"/>
                  </a:lnTo>
                  <a:lnTo>
                    <a:pt x="452" y="4"/>
                  </a:lnTo>
                  <a:lnTo>
                    <a:pt x="434" y="0"/>
                  </a:lnTo>
                  <a:lnTo>
                    <a:pt x="415" y="4"/>
                  </a:lnTo>
                  <a:lnTo>
                    <a:pt x="397" y="7"/>
                  </a:lnTo>
                  <a:lnTo>
                    <a:pt x="379" y="10"/>
                  </a:lnTo>
                  <a:lnTo>
                    <a:pt x="361" y="16"/>
                  </a:lnTo>
                  <a:lnTo>
                    <a:pt x="344" y="25"/>
                  </a:lnTo>
                  <a:lnTo>
                    <a:pt x="327" y="35"/>
                  </a:lnTo>
                  <a:lnTo>
                    <a:pt x="312" y="47"/>
                  </a:lnTo>
                  <a:lnTo>
                    <a:pt x="295" y="63"/>
                  </a:lnTo>
                  <a:lnTo>
                    <a:pt x="280" y="79"/>
                  </a:lnTo>
                  <a:lnTo>
                    <a:pt x="265" y="94"/>
                  </a:lnTo>
                  <a:lnTo>
                    <a:pt x="249" y="113"/>
                  </a:lnTo>
                  <a:lnTo>
                    <a:pt x="235" y="132"/>
                  </a:lnTo>
                  <a:lnTo>
                    <a:pt x="220" y="153"/>
                  </a:lnTo>
                  <a:lnTo>
                    <a:pt x="204" y="175"/>
                  </a:lnTo>
                  <a:lnTo>
                    <a:pt x="173" y="222"/>
                  </a:lnTo>
                  <a:lnTo>
                    <a:pt x="175" y="41"/>
                  </a:lnTo>
                  <a:lnTo>
                    <a:pt x="164" y="13"/>
                  </a:lnTo>
                  <a:lnTo>
                    <a:pt x="87" y="50"/>
                  </a:lnTo>
                  <a:lnTo>
                    <a:pt x="48" y="66"/>
                  </a:lnTo>
                  <a:lnTo>
                    <a:pt x="9" y="85"/>
                  </a:lnTo>
                  <a:lnTo>
                    <a:pt x="0" y="110"/>
                  </a:lnTo>
                  <a:lnTo>
                    <a:pt x="8" y="388"/>
                  </a:lnTo>
                  <a:lnTo>
                    <a:pt x="12" y="525"/>
                  </a:lnTo>
                  <a:lnTo>
                    <a:pt x="14" y="665"/>
                  </a:lnTo>
                  <a:lnTo>
                    <a:pt x="16" y="806"/>
                  </a:lnTo>
                  <a:lnTo>
                    <a:pt x="17" y="943"/>
                  </a:lnTo>
                  <a:lnTo>
                    <a:pt x="18" y="1221"/>
                  </a:lnTo>
                  <a:lnTo>
                    <a:pt x="18" y="1386"/>
                  </a:lnTo>
                  <a:lnTo>
                    <a:pt x="17" y="1552"/>
                  </a:lnTo>
                  <a:lnTo>
                    <a:pt x="14" y="1880"/>
                  </a:lnTo>
                  <a:lnTo>
                    <a:pt x="21" y="1905"/>
                  </a:lnTo>
                  <a:lnTo>
                    <a:pt x="98" y="1895"/>
                  </a:lnTo>
                  <a:lnTo>
                    <a:pt x="175" y="1889"/>
                  </a:lnTo>
                  <a:lnTo>
                    <a:pt x="184" y="1867"/>
                  </a:lnTo>
                  <a:lnTo>
                    <a:pt x="181" y="1745"/>
                  </a:lnTo>
                  <a:lnTo>
                    <a:pt x="179" y="1627"/>
                  </a:lnTo>
                  <a:lnTo>
                    <a:pt x="176" y="1505"/>
                  </a:lnTo>
                  <a:lnTo>
                    <a:pt x="175" y="1383"/>
                  </a:lnTo>
                  <a:lnTo>
                    <a:pt x="173" y="1262"/>
                  </a:lnTo>
                  <a:lnTo>
                    <a:pt x="172" y="1140"/>
                  </a:lnTo>
                  <a:lnTo>
                    <a:pt x="172" y="896"/>
                  </a:lnTo>
                  <a:lnTo>
                    <a:pt x="172" y="506"/>
                  </a:lnTo>
                  <a:lnTo>
                    <a:pt x="195" y="466"/>
                  </a:lnTo>
                  <a:lnTo>
                    <a:pt x="218" y="428"/>
                  </a:lnTo>
                  <a:lnTo>
                    <a:pt x="240" y="394"/>
                  </a:lnTo>
                  <a:lnTo>
                    <a:pt x="263" y="366"/>
                  </a:lnTo>
                  <a:lnTo>
                    <a:pt x="276" y="350"/>
                  </a:lnTo>
                  <a:lnTo>
                    <a:pt x="288" y="341"/>
                  </a:lnTo>
                  <a:lnTo>
                    <a:pt x="300" y="328"/>
                  </a:lnTo>
                  <a:lnTo>
                    <a:pt x="313" y="322"/>
                  </a:lnTo>
                  <a:lnTo>
                    <a:pt x="326" y="316"/>
                  </a:lnTo>
                  <a:lnTo>
                    <a:pt x="334" y="313"/>
                  </a:lnTo>
                  <a:lnTo>
                    <a:pt x="340" y="310"/>
                  </a:lnTo>
                  <a:lnTo>
                    <a:pt x="354" y="306"/>
                  </a:lnTo>
                  <a:lnTo>
                    <a:pt x="368" y="306"/>
                  </a:lnTo>
                  <a:lnTo>
                    <a:pt x="388" y="310"/>
                  </a:lnTo>
                  <a:lnTo>
                    <a:pt x="395" y="313"/>
                  </a:lnTo>
                  <a:lnTo>
                    <a:pt x="404" y="316"/>
                  </a:lnTo>
                  <a:lnTo>
                    <a:pt x="412" y="319"/>
                  </a:lnTo>
                  <a:lnTo>
                    <a:pt x="420" y="325"/>
                  </a:lnTo>
                  <a:lnTo>
                    <a:pt x="426" y="331"/>
                  </a:lnTo>
                  <a:lnTo>
                    <a:pt x="434" y="341"/>
                  </a:lnTo>
                  <a:lnTo>
                    <a:pt x="445" y="359"/>
                  </a:lnTo>
                  <a:lnTo>
                    <a:pt x="452" y="369"/>
                  </a:lnTo>
                  <a:lnTo>
                    <a:pt x="457" y="378"/>
                  </a:lnTo>
                  <a:lnTo>
                    <a:pt x="462" y="391"/>
                  </a:lnTo>
                  <a:lnTo>
                    <a:pt x="466" y="406"/>
                  </a:lnTo>
                  <a:lnTo>
                    <a:pt x="475" y="434"/>
                  </a:lnTo>
                  <a:lnTo>
                    <a:pt x="481" y="466"/>
                  </a:lnTo>
                  <a:lnTo>
                    <a:pt x="487" y="497"/>
                  </a:lnTo>
                  <a:lnTo>
                    <a:pt x="493" y="531"/>
                  </a:lnTo>
                  <a:lnTo>
                    <a:pt x="497" y="569"/>
                  </a:lnTo>
                  <a:lnTo>
                    <a:pt x="501" y="603"/>
                  </a:lnTo>
                  <a:lnTo>
                    <a:pt x="503" y="644"/>
                  </a:lnTo>
                  <a:lnTo>
                    <a:pt x="504" y="681"/>
                  </a:lnTo>
                  <a:lnTo>
                    <a:pt x="506" y="722"/>
                  </a:lnTo>
                  <a:lnTo>
                    <a:pt x="507" y="803"/>
                  </a:lnTo>
                  <a:lnTo>
                    <a:pt x="507" y="881"/>
                  </a:lnTo>
                  <a:lnTo>
                    <a:pt x="507" y="953"/>
                  </a:lnTo>
                  <a:lnTo>
                    <a:pt x="507" y="1021"/>
                  </a:lnTo>
                  <a:lnTo>
                    <a:pt x="507" y="1452"/>
                  </a:lnTo>
                  <a:lnTo>
                    <a:pt x="506" y="1880"/>
                  </a:lnTo>
                  <a:lnTo>
                    <a:pt x="513" y="1905"/>
                  </a:lnTo>
                  <a:lnTo>
                    <a:pt x="588" y="1895"/>
                  </a:lnTo>
                  <a:lnTo>
                    <a:pt x="661" y="1889"/>
                  </a:lnTo>
                  <a:lnTo>
                    <a:pt x="670" y="186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7849" name="Freeform 9"/>
            <p:cNvSpPr>
              <a:spLocks noEditPoints="1"/>
            </p:cNvSpPr>
            <p:nvPr/>
          </p:nvSpPr>
          <p:spPr bwMode="auto">
            <a:xfrm>
              <a:off x="3012" y="2035"/>
              <a:ext cx="605" cy="1039"/>
            </a:xfrm>
            <a:custGeom>
              <a:avLst/>
              <a:gdLst/>
              <a:ahLst/>
              <a:cxnLst>
                <a:cxn ang="0">
                  <a:pos x="688" y="2479"/>
                </a:cxn>
                <a:cxn ang="0">
                  <a:pos x="684" y="1433"/>
                </a:cxn>
                <a:cxn ang="0">
                  <a:pos x="692" y="259"/>
                </a:cxn>
                <a:cxn ang="0">
                  <a:pos x="569" y="60"/>
                </a:cxn>
                <a:cxn ang="0">
                  <a:pos x="533" y="481"/>
                </a:cxn>
                <a:cxn ang="0">
                  <a:pos x="537" y="862"/>
                </a:cxn>
                <a:cxn ang="0">
                  <a:pos x="429" y="955"/>
                </a:cxn>
                <a:cxn ang="0">
                  <a:pos x="315" y="984"/>
                </a:cxn>
                <a:cxn ang="0">
                  <a:pos x="239" y="1040"/>
                </a:cxn>
                <a:cxn ang="0">
                  <a:pos x="180" y="1112"/>
                </a:cxn>
                <a:cxn ang="0">
                  <a:pos x="142" y="1177"/>
                </a:cxn>
                <a:cxn ang="0">
                  <a:pos x="98" y="1280"/>
                </a:cxn>
                <a:cxn ang="0">
                  <a:pos x="70" y="1371"/>
                </a:cxn>
                <a:cxn ang="0">
                  <a:pos x="40" y="1502"/>
                </a:cxn>
                <a:cxn ang="0">
                  <a:pos x="18" y="1642"/>
                </a:cxn>
                <a:cxn ang="0">
                  <a:pos x="6" y="1795"/>
                </a:cxn>
                <a:cxn ang="0">
                  <a:pos x="0" y="1958"/>
                </a:cxn>
                <a:cxn ang="0">
                  <a:pos x="9" y="2192"/>
                </a:cxn>
                <a:cxn ang="0">
                  <a:pos x="38" y="2410"/>
                </a:cxn>
                <a:cxn ang="0">
                  <a:pos x="83" y="2601"/>
                </a:cxn>
                <a:cxn ang="0">
                  <a:pos x="129" y="2716"/>
                </a:cxn>
                <a:cxn ang="0">
                  <a:pos x="185" y="2807"/>
                </a:cxn>
                <a:cxn ang="0">
                  <a:pos x="251" y="2863"/>
                </a:cxn>
                <a:cxn ang="0">
                  <a:pos x="328" y="2885"/>
                </a:cxn>
                <a:cxn ang="0">
                  <a:pos x="385" y="2872"/>
                </a:cxn>
                <a:cxn ang="0">
                  <a:pos x="437" y="2838"/>
                </a:cxn>
                <a:cxn ang="0">
                  <a:pos x="509" y="2747"/>
                </a:cxn>
                <a:cxn ang="0">
                  <a:pos x="615" y="2850"/>
                </a:cxn>
                <a:cxn ang="0">
                  <a:pos x="533" y="2048"/>
                </a:cxn>
                <a:cxn ang="0">
                  <a:pos x="494" y="2476"/>
                </a:cxn>
                <a:cxn ang="0">
                  <a:pos x="456" y="2526"/>
                </a:cxn>
                <a:cxn ang="0">
                  <a:pos x="414" y="2557"/>
                </a:cxn>
                <a:cxn ang="0">
                  <a:pos x="369" y="2566"/>
                </a:cxn>
                <a:cxn ang="0">
                  <a:pos x="307" y="2548"/>
                </a:cxn>
                <a:cxn ang="0">
                  <a:pos x="265" y="2507"/>
                </a:cxn>
                <a:cxn ang="0">
                  <a:pos x="230" y="2448"/>
                </a:cxn>
                <a:cxn ang="0">
                  <a:pos x="203" y="2370"/>
                </a:cxn>
                <a:cxn ang="0">
                  <a:pos x="184" y="2276"/>
                </a:cxn>
                <a:cxn ang="0">
                  <a:pos x="165" y="2117"/>
                </a:cxn>
                <a:cxn ang="0">
                  <a:pos x="161" y="1923"/>
                </a:cxn>
                <a:cxn ang="0">
                  <a:pos x="168" y="1764"/>
                </a:cxn>
                <a:cxn ang="0">
                  <a:pos x="185" y="1627"/>
                </a:cxn>
                <a:cxn ang="0">
                  <a:pos x="211" y="1508"/>
                </a:cxn>
                <a:cxn ang="0">
                  <a:pos x="236" y="1433"/>
                </a:cxn>
                <a:cxn ang="0">
                  <a:pos x="279" y="1349"/>
                </a:cxn>
                <a:cxn ang="0">
                  <a:pos x="330" y="1289"/>
                </a:cxn>
                <a:cxn ang="0">
                  <a:pos x="374" y="1261"/>
                </a:cxn>
                <a:cxn ang="0">
                  <a:pos x="441" y="1243"/>
                </a:cxn>
                <a:cxn ang="0">
                  <a:pos x="514" y="1249"/>
                </a:cxn>
                <a:cxn ang="0">
                  <a:pos x="533" y="1923"/>
                </a:cxn>
              </a:cxnLst>
              <a:rect l="0" t="0" r="r" b="b"/>
              <a:pathLst>
                <a:path w="697" h="2885">
                  <a:moveTo>
                    <a:pt x="697" y="2822"/>
                  </a:moveTo>
                  <a:lnTo>
                    <a:pt x="695" y="2707"/>
                  </a:lnTo>
                  <a:lnTo>
                    <a:pt x="691" y="2594"/>
                  </a:lnTo>
                  <a:lnTo>
                    <a:pt x="688" y="2479"/>
                  </a:lnTo>
                  <a:lnTo>
                    <a:pt x="687" y="2363"/>
                  </a:lnTo>
                  <a:lnTo>
                    <a:pt x="684" y="2132"/>
                  </a:lnTo>
                  <a:lnTo>
                    <a:pt x="684" y="1901"/>
                  </a:lnTo>
                  <a:lnTo>
                    <a:pt x="684" y="1433"/>
                  </a:lnTo>
                  <a:lnTo>
                    <a:pt x="686" y="965"/>
                  </a:lnTo>
                  <a:lnTo>
                    <a:pt x="687" y="728"/>
                  </a:lnTo>
                  <a:lnTo>
                    <a:pt x="688" y="493"/>
                  </a:lnTo>
                  <a:lnTo>
                    <a:pt x="692" y="259"/>
                  </a:lnTo>
                  <a:lnTo>
                    <a:pt x="696" y="25"/>
                  </a:lnTo>
                  <a:lnTo>
                    <a:pt x="686" y="0"/>
                  </a:lnTo>
                  <a:lnTo>
                    <a:pt x="609" y="41"/>
                  </a:lnTo>
                  <a:lnTo>
                    <a:pt x="569" y="60"/>
                  </a:lnTo>
                  <a:lnTo>
                    <a:pt x="530" y="75"/>
                  </a:lnTo>
                  <a:lnTo>
                    <a:pt x="523" y="100"/>
                  </a:lnTo>
                  <a:lnTo>
                    <a:pt x="528" y="291"/>
                  </a:lnTo>
                  <a:lnTo>
                    <a:pt x="533" y="481"/>
                  </a:lnTo>
                  <a:lnTo>
                    <a:pt x="534" y="575"/>
                  </a:lnTo>
                  <a:lnTo>
                    <a:pt x="535" y="671"/>
                  </a:lnTo>
                  <a:lnTo>
                    <a:pt x="535" y="765"/>
                  </a:lnTo>
                  <a:lnTo>
                    <a:pt x="537" y="862"/>
                  </a:lnTo>
                  <a:lnTo>
                    <a:pt x="537" y="962"/>
                  </a:lnTo>
                  <a:lnTo>
                    <a:pt x="493" y="955"/>
                  </a:lnTo>
                  <a:lnTo>
                    <a:pt x="451" y="952"/>
                  </a:lnTo>
                  <a:lnTo>
                    <a:pt x="429" y="955"/>
                  </a:lnTo>
                  <a:lnTo>
                    <a:pt x="406" y="955"/>
                  </a:lnTo>
                  <a:lnTo>
                    <a:pt x="360" y="965"/>
                  </a:lnTo>
                  <a:lnTo>
                    <a:pt x="337" y="974"/>
                  </a:lnTo>
                  <a:lnTo>
                    <a:pt x="315" y="984"/>
                  </a:lnTo>
                  <a:lnTo>
                    <a:pt x="293" y="996"/>
                  </a:lnTo>
                  <a:lnTo>
                    <a:pt x="271" y="1012"/>
                  </a:lnTo>
                  <a:lnTo>
                    <a:pt x="254" y="1024"/>
                  </a:lnTo>
                  <a:lnTo>
                    <a:pt x="239" y="1040"/>
                  </a:lnTo>
                  <a:lnTo>
                    <a:pt x="224" y="1055"/>
                  </a:lnTo>
                  <a:lnTo>
                    <a:pt x="208" y="1071"/>
                  </a:lnTo>
                  <a:lnTo>
                    <a:pt x="194" y="1090"/>
                  </a:lnTo>
                  <a:lnTo>
                    <a:pt x="180" y="1112"/>
                  </a:lnTo>
                  <a:lnTo>
                    <a:pt x="174" y="1121"/>
                  </a:lnTo>
                  <a:lnTo>
                    <a:pt x="167" y="1130"/>
                  </a:lnTo>
                  <a:lnTo>
                    <a:pt x="154" y="1152"/>
                  </a:lnTo>
                  <a:lnTo>
                    <a:pt x="142" y="1177"/>
                  </a:lnTo>
                  <a:lnTo>
                    <a:pt x="130" y="1199"/>
                  </a:lnTo>
                  <a:lnTo>
                    <a:pt x="118" y="1224"/>
                  </a:lnTo>
                  <a:lnTo>
                    <a:pt x="108" y="1252"/>
                  </a:lnTo>
                  <a:lnTo>
                    <a:pt x="98" y="1280"/>
                  </a:lnTo>
                  <a:lnTo>
                    <a:pt x="88" y="1308"/>
                  </a:lnTo>
                  <a:lnTo>
                    <a:pt x="79" y="1339"/>
                  </a:lnTo>
                  <a:lnTo>
                    <a:pt x="74" y="1355"/>
                  </a:lnTo>
                  <a:lnTo>
                    <a:pt x="70" y="1371"/>
                  </a:lnTo>
                  <a:lnTo>
                    <a:pt x="62" y="1402"/>
                  </a:lnTo>
                  <a:lnTo>
                    <a:pt x="54" y="1433"/>
                  </a:lnTo>
                  <a:lnTo>
                    <a:pt x="47" y="1467"/>
                  </a:lnTo>
                  <a:lnTo>
                    <a:pt x="40" y="1502"/>
                  </a:lnTo>
                  <a:lnTo>
                    <a:pt x="34" y="1536"/>
                  </a:lnTo>
                  <a:lnTo>
                    <a:pt x="27" y="1570"/>
                  </a:lnTo>
                  <a:lnTo>
                    <a:pt x="22" y="1608"/>
                  </a:lnTo>
                  <a:lnTo>
                    <a:pt x="18" y="1642"/>
                  </a:lnTo>
                  <a:lnTo>
                    <a:pt x="15" y="1680"/>
                  </a:lnTo>
                  <a:lnTo>
                    <a:pt x="11" y="1717"/>
                  </a:lnTo>
                  <a:lnTo>
                    <a:pt x="8" y="1755"/>
                  </a:lnTo>
                  <a:lnTo>
                    <a:pt x="6" y="1795"/>
                  </a:lnTo>
                  <a:lnTo>
                    <a:pt x="3" y="1833"/>
                  </a:lnTo>
                  <a:lnTo>
                    <a:pt x="2" y="1873"/>
                  </a:lnTo>
                  <a:lnTo>
                    <a:pt x="2" y="1914"/>
                  </a:lnTo>
                  <a:lnTo>
                    <a:pt x="0" y="1958"/>
                  </a:lnTo>
                  <a:lnTo>
                    <a:pt x="2" y="2017"/>
                  </a:lnTo>
                  <a:lnTo>
                    <a:pt x="3" y="2076"/>
                  </a:lnTo>
                  <a:lnTo>
                    <a:pt x="6" y="2135"/>
                  </a:lnTo>
                  <a:lnTo>
                    <a:pt x="9" y="2192"/>
                  </a:lnTo>
                  <a:lnTo>
                    <a:pt x="15" y="2248"/>
                  </a:lnTo>
                  <a:lnTo>
                    <a:pt x="21" y="2304"/>
                  </a:lnTo>
                  <a:lnTo>
                    <a:pt x="29" y="2357"/>
                  </a:lnTo>
                  <a:lnTo>
                    <a:pt x="38" y="2410"/>
                  </a:lnTo>
                  <a:lnTo>
                    <a:pt x="47" y="2463"/>
                  </a:lnTo>
                  <a:lnTo>
                    <a:pt x="57" y="2510"/>
                  </a:lnTo>
                  <a:lnTo>
                    <a:pt x="70" y="2557"/>
                  </a:lnTo>
                  <a:lnTo>
                    <a:pt x="83" y="2601"/>
                  </a:lnTo>
                  <a:lnTo>
                    <a:pt x="97" y="2641"/>
                  </a:lnTo>
                  <a:lnTo>
                    <a:pt x="104" y="2663"/>
                  </a:lnTo>
                  <a:lnTo>
                    <a:pt x="112" y="2682"/>
                  </a:lnTo>
                  <a:lnTo>
                    <a:pt x="129" y="2716"/>
                  </a:lnTo>
                  <a:lnTo>
                    <a:pt x="145" y="2750"/>
                  </a:lnTo>
                  <a:lnTo>
                    <a:pt x="156" y="2766"/>
                  </a:lnTo>
                  <a:lnTo>
                    <a:pt x="165" y="2782"/>
                  </a:lnTo>
                  <a:lnTo>
                    <a:pt x="185" y="2807"/>
                  </a:lnTo>
                  <a:lnTo>
                    <a:pt x="206" y="2828"/>
                  </a:lnTo>
                  <a:lnTo>
                    <a:pt x="216" y="2841"/>
                  </a:lnTo>
                  <a:lnTo>
                    <a:pt x="228" y="2847"/>
                  </a:lnTo>
                  <a:lnTo>
                    <a:pt x="251" y="2863"/>
                  </a:lnTo>
                  <a:lnTo>
                    <a:pt x="275" y="2875"/>
                  </a:lnTo>
                  <a:lnTo>
                    <a:pt x="288" y="2878"/>
                  </a:lnTo>
                  <a:lnTo>
                    <a:pt x="301" y="2882"/>
                  </a:lnTo>
                  <a:lnTo>
                    <a:pt x="328" y="2885"/>
                  </a:lnTo>
                  <a:lnTo>
                    <a:pt x="343" y="2882"/>
                  </a:lnTo>
                  <a:lnTo>
                    <a:pt x="358" y="2882"/>
                  </a:lnTo>
                  <a:lnTo>
                    <a:pt x="372" y="2878"/>
                  </a:lnTo>
                  <a:lnTo>
                    <a:pt x="385" y="2872"/>
                  </a:lnTo>
                  <a:lnTo>
                    <a:pt x="399" y="2866"/>
                  </a:lnTo>
                  <a:lnTo>
                    <a:pt x="412" y="2860"/>
                  </a:lnTo>
                  <a:lnTo>
                    <a:pt x="425" y="2850"/>
                  </a:lnTo>
                  <a:lnTo>
                    <a:pt x="437" y="2838"/>
                  </a:lnTo>
                  <a:lnTo>
                    <a:pt x="461" y="2813"/>
                  </a:lnTo>
                  <a:lnTo>
                    <a:pt x="484" y="2782"/>
                  </a:lnTo>
                  <a:lnTo>
                    <a:pt x="497" y="2766"/>
                  </a:lnTo>
                  <a:lnTo>
                    <a:pt x="509" y="2747"/>
                  </a:lnTo>
                  <a:lnTo>
                    <a:pt x="532" y="2707"/>
                  </a:lnTo>
                  <a:lnTo>
                    <a:pt x="529" y="2835"/>
                  </a:lnTo>
                  <a:lnTo>
                    <a:pt x="539" y="2860"/>
                  </a:lnTo>
                  <a:lnTo>
                    <a:pt x="615" y="2850"/>
                  </a:lnTo>
                  <a:lnTo>
                    <a:pt x="691" y="2844"/>
                  </a:lnTo>
                  <a:lnTo>
                    <a:pt x="697" y="2822"/>
                  </a:lnTo>
                  <a:close/>
                  <a:moveTo>
                    <a:pt x="533" y="1923"/>
                  </a:moveTo>
                  <a:lnTo>
                    <a:pt x="533" y="2048"/>
                  </a:lnTo>
                  <a:lnTo>
                    <a:pt x="533" y="2167"/>
                  </a:lnTo>
                  <a:lnTo>
                    <a:pt x="530" y="2410"/>
                  </a:lnTo>
                  <a:lnTo>
                    <a:pt x="512" y="2445"/>
                  </a:lnTo>
                  <a:lnTo>
                    <a:pt x="494" y="2476"/>
                  </a:lnTo>
                  <a:lnTo>
                    <a:pt x="485" y="2488"/>
                  </a:lnTo>
                  <a:lnTo>
                    <a:pt x="475" y="2501"/>
                  </a:lnTo>
                  <a:lnTo>
                    <a:pt x="466" y="2513"/>
                  </a:lnTo>
                  <a:lnTo>
                    <a:pt x="456" y="2526"/>
                  </a:lnTo>
                  <a:lnTo>
                    <a:pt x="446" y="2535"/>
                  </a:lnTo>
                  <a:lnTo>
                    <a:pt x="435" y="2541"/>
                  </a:lnTo>
                  <a:lnTo>
                    <a:pt x="425" y="2551"/>
                  </a:lnTo>
                  <a:lnTo>
                    <a:pt x="414" y="2557"/>
                  </a:lnTo>
                  <a:lnTo>
                    <a:pt x="403" y="2560"/>
                  </a:lnTo>
                  <a:lnTo>
                    <a:pt x="392" y="2563"/>
                  </a:lnTo>
                  <a:lnTo>
                    <a:pt x="380" y="2566"/>
                  </a:lnTo>
                  <a:lnTo>
                    <a:pt x="369" y="2566"/>
                  </a:lnTo>
                  <a:lnTo>
                    <a:pt x="343" y="2563"/>
                  </a:lnTo>
                  <a:lnTo>
                    <a:pt x="330" y="2557"/>
                  </a:lnTo>
                  <a:lnTo>
                    <a:pt x="319" y="2554"/>
                  </a:lnTo>
                  <a:lnTo>
                    <a:pt x="307" y="2548"/>
                  </a:lnTo>
                  <a:lnTo>
                    <a:pt x="296" y="2538"/>
                  </a:lnTo>
                  <a:lnTo>
                    <a:pt x="285" y="2529"/>
                  </a:lnTo>
                  <a:lnTo>
                    <a:pt x="275" y="2519"/>
                  </a:lnTo>
                  <a:lnTo>
                    <a:pt x="265" y="2507"/>
                  </a:lnTo>
                  <a:lnTo>
                    <a:pt x="256" y="2494"/>
                  </a:lnTo>
                  <a:lnTo>
                    <a:pt x="247" y="2479"/>
                  </a:lnTo>
                  <a:lnTo>
                    <a:pt x="238" y="2463"/>
                  </a:lnTo>
                  <a:lnTo>
                    <a:pt x="230" y="2448"/>
                  </a:lnTo>
                  <a:lnTo>
                    <a:pt x="224" y="2429"/>
                  </a:lnTo>
                  <a:lnTo>
                    <a:pt x="216" y="2410"/>
                  </a:lnTo>
                  <a:lnTo>
                    <a:pt x="210" y="2388"/>
                  </a:lnTo>
                  <a:lnTo>
                    <a:pt x="203" y="2370"/>
                  </a:lnTo>
                  <a:lnTo>
                    <a:pt x="198" y="2345"/>
                  </a:lnTo>
                  <a:lnTo>
                    <a:pt x="193" y="2323"/>
                  </a:lnTo>
                  <a:lnTo>
                    <a:pt x="188" y="2301"/>
                  </a:lnTo>
                  <a:lnTo>
                    <a:pt x="184" y="2276"/>
                  </a:lnTo>
                  <a:lnTo>
                    <a:pt x="180" y="2251"/>
                  </a:lnTo>
                  <a:lnTo>
                    <a:pt x="172" y="2198"/>
                  </a:lnTo>
                  <a:lnTo>
                    <a:pt x="167" y="2145"/>
                  </a:lnTo>
                  <a:lnTo>
                    <a:pt x="165" y="2117"/>
                  </a:lnTo>
                  <a:lnTo>
                    <a:pt x="163" y="2089"/>
                  </a:lnTo>
                  <a:lnTo>
                    <a:pt x="161" y="2029"/>
                  </a:lnTo>
                  <a:lnTo>
                    <a:pt x="161" y="1967"/>
                  </a:lnTo>
                  <a:lnTo>
                    <a:pt x="161" y="1923"/>
                  </a:lnTo>
                  <a:lnTo>
                    <a:pt x="162" y="1883"/>
                  </a:lnTo>
                  <a:lnTo>
                    <a:pt x="163" y="1842"/>
                  </a:lnTo>
                  <a:lnTo>
                    <a:pt x="166" y="1805"/>
                  </a:lnTo>
                  <a:lnTo>
                    <a:pt x="168" y="1764"/>
                  </a:lnTo>
                  <a:lnTo>
                    <a:pt x="171" y="1730"/>
                  </a:lnTo>
                  <a:lnTo>
                    <a:pt x="175" y="1692"/>
                  </a:lnTo>
                  <a:lnTo>
                    <a:pt x="180" y="1658"/>
                  </a:lnTo>
                  <a:lnTo>
                    <a:pt x="185" y="1627"/>
                  </a:lnTo>
                  <a:lnTo>
                    <a:pt x="190" y="1595"/>
                  </a:lnTo>
                  <a:lnTo>
                    <a:pt x="197" y="1564"/>
                  </a:lnTo>
                  <a:lnTo>
                    <a:pt x="203" y="1536"/>
                  </a:lnTo>
                  <a:lnTo>
                    <a:pt x="211" y="1508"/>
                  </a:lnTo>
                  <a:lnTo>
                    <a:pt x="219" y="1480"/>
                  </a:lnTo>
                  <a:lnTo>
                    <a:pt x="222" y="1467"/>
                  </a:lnTo>
                  <a:lnTo>
                    <a:pt x="228" y="1455"/>
                  </a:lnTo>
                  <a:lnTo>
                    <a:pt x="236" y="1433"/>
                  </a:lnTo>
                  <a:lnTo>
                    <a:pt x="245" y="1408"/>
                  </a:lnTo>
                  <a:lnTo>
                    <a:pt x="256" y="1386"/>
                  </a:lnTo>
                  <a:lnTo>
                    <a:pt x="267" y="1368"/>
                  </a:lnTo>
                  <a:lnTo>
                    <a:pt x="279" y="1349"/>
                  </a:lnTo>
                  <a:lnTo>
                    <a:pt x="290" y="1333"/>
                  </a:lnTo>
                  <a:lnTo>
                    <a:pt x="303" y="1318"/>
                  </a:lnTo>
                  <a:lnTo>
                    <a:pt x="316" y="1302"/>
                  </a:lnTo>
                  <a:lnTo>
                    <a:pt x="330" y="1289"/>
                  </a:lnTo>
                  <a:lnTo>
                    <a:pt x="344" y="1280"/>
                  </a:lnTo>
                  <a:lnTo>
                    <a:pt x="351" y="1274"/>
                  </a:lnTo>
                  <a:lnTo>
                    <a:pt x="358" y="1271"/>
                  </a:lnTo>
                  <a:lnTo>
                    <a:pt x="374" y="1261"/>
                  </a:lnTo>
                  <a:lnTo>
                    <a:pt x="389" y="1255"/>
                  </a:lnTo>
                  <a:lnTo>
                    <a:pt x="406" y="1249"/>
                  </a:lnTo>
                  <a:lnTo>
                    <a:pt x="423" y="1246"/>
                  </a:lnTo>
                  <a:lnTo>
                    <a:pt x="441" y="1243"/>
                  </a:lnTo>
                  <a:lnTo>
                    <a:pt x="458" y="1243"/>
                  </a:lnTo>
                  <a:lnTo>
                    <a:pt x="476" y="1243"/>
                  </a:lnTo>
                  <a:lnTo>
                    <a:pt x="496" y="1246"/>
                  </a:lnTo>
                  <a:lnTo>
                    <a:pt x="514" y="1249"/>
                  </a:lnTo>
                  <a:lnTo>
                    <a:pt x="532" y="1252"/>
                  </a:lnTo>
                  <a:lnTo>
                    <a:pt x="533" y="1483"/>
                  </a:lnTo>
                  <a:lnTo>
                    <a:pt x="533" y="1714"/>
                  </a:lnTo>
                  <a:lnTo>
                    <a:pt x="533" y="1923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7850" name="Freeform 10"/>
            <p:cNvSpPr>
              <a:spLocks noEditPoints="1"/>
            </p:cNvSpPr>
            <p:nvPr/>
          </p:nvSpPr>
          <p:spPr bwMode="auto">
            <a:xfrm>
              <a:off x="3727" y="2359"/>
              <a:ext cx="528" cy="700"/>
            </a:xfrm>
            <a:custGeom>
              <a:avLst/>
              <a:gdLst/>
              <a:ahLst/>
              <a:cxnLst>
                <a:cxn ang="0">
                  <a:pos x="608" y="1611"/>
                </a:cxn>
                <a:cxn ang="0">
                  <a:pos x="605" y="578"/>
                </a:cxn>
                <a:cxn ang="0">
                  <a:pos x="600" y="437"/>
                </a:cxn>
                <a:cxn ang="0">
                  <a:pos x="587" y="315"/>
                </a:cxn>
                <a:cxn ang="0">
                  <a:pos x="566" y="216"/>
                </a:cxn>
                <a:cxn ang="0">
                  <a:pos x="536" y="137"/>
                </a:cxn>
                <a:cxn ang="0">
                  <a:pos x="499" y="75"/>
                </a:cxn>
                <a:cxn ang="0">
                  <a:pos x="444" y="25"/>
                </a:cxn>
                <a:cxn ang="0">
                  <a:pos x="392" y="3"/>
                </a:cxn>
                <a:cxn ang="0">
                  <a:pos x="323" y="3"/>
                </a:cxn>
                <a:cxn ang="0">
                  <a:pos x="213" y="38"/>
                </a:cxn>
                <a:cxn ang="0">
                  <a:pos x="127" y="94"/>
                </a:cxn>
                <a:cxn ang="0">
                  <a:pos x="88" y="141"/>
                </a:cxn>
                <a:cxn ang="0">
                  <a:pos x="95" y="418"/>
                </a:cxn>
                <a:cxn ang="0">
                  <a:pos x="191" y="328"/>
                </a:cxn>
                <a:cxn ang="0">
                  <a:pos x="244" y="297"/>
                </a:cxn>
                <a:cxn ang="0">
                  <a:pos x="303" y="281"/>
                </a:cxn>
                <a:cxn ang="0">
                  <a:pos x="351" y="287"/>
                </a:cxn>
                <a:cxn ang="0">
                  <a:pos x="404" y="325"/>
                </a:cxn>
                <a:cxn ang="0">
                  <a:pos x="426" y="372"/>
                </a:cxn>
                <a:cxn ang="0">
                  <a:pos x="446" y="462"/>
                </a:cxn>
                <a:cxn ang="0">
                  <a:pos x="453" y="606"/>
                </a:cxn>
                <a:cxn ang="0">
                  <a:pos x="317" y="684"/>
                </a:cxn>
                <a:cxn ang="0">
                  <a:pos x="218" y="737"/>
                </a:cxn>
                <a:cxn ang="0">
                  <a:pos x="145" y="805"/>
                </a:cxn>
                <a:cxn ang="0">
                  <a:pos x="82" y="899"/>
                </a:cxn>
                <a:cxn ang="0">
                  <a:pos x="47" y="980"/>
                </a:cxn>
                <a:cxn ang="0">
                  <a:pos x="22" y="1080"/>
                </a:cxn>
                <a:cxn ang="0">
                  <a:pos x="6" y="1202"/>
                </a:cxn>
                <a:cxn ang="0">
                  <a:pos x="0" y="1346"/>
                </a:cxn>
                <a:cxn ang="0">
                  <a:pos x="5" y="1477"/>
                </a:cxn>
                <a:cxn ang="0">
                  <a:pos x="19" y="1592"/>
                </a:cxn>
                <a:cxn ang="0">
                  <a:pos x="41" y="1692"/>
                </a:cxn>
                <a:cxn ang="0">
                  <a:pos x="72" y="1779"/>
                </a:cxn>
                <a:cxn ang="0">
                  <a:pos x="109" y="1851"/>
                </a:cxn>
                <a:cxn ang="0">
                  <a:pos x="151" y="1901"/>
                </a:cxn>
                <a:cxn ang="0">
                  <a:pos x="199" y="1932"/>
                </a:cxn>
                <a:cxn ang="0">
                  <a:pos x="253" y="1945"/>
                </a:cxn>
                <a:cxn ang="0">
                  <a:pos x="308" y="1932"/>
                </a:cxn>
                <a:cxn ang="0">
                  <a:pos x="360" y="1898"/>
                </a:cxn>
                <a:cxn ang="0">
                  <a:pos x="409" y="1842"/>
                </a:cxn>
                <a:cxn ang="0">
                  <a:pos x="453" y="1764"/>
                </a:cxn>
                <a:cxn ang="0">
                  <a:pos x="607" y="1898"/>
                </a:cxn>
                <a:cxn ang="0">
                  <a:pos x="437" y="1533"/>
                </a:cxn>
                <a:cxn ang="0">
                  <a:pos x="400" y="1592"/>
                </a:cxn>
                <a:cxn ang="0">
                  <a:pos x="348" y="1639"/>
                </a:cxn>
                <a:cxn ang="0">
                  <a:pos x="277" y="1651"/>
                </a:cxn>
                <a:cxn ang="0">
                  <a:pos x="224" y="1617"/>
                </a:cxn>
                <a:cxn ang="0">
                  <a:pos x="194" y="1561"/>
                </a:cxn>
                <a:cxn ang="0">
                  <a:pos x="172" y="1486"/>
                </a:cxn>
                <a:cxn ang="0">
                  <a:pos x="159" y="1395"/>
                </a:cxn>
                <a:cxn ang="0">
                  <a:pos x="159" y="1261"/>
                </a:cxn>
                <a:cxn ang="0">
                  <a:pos x="168" y="1189"/>
                </a:cxn>
                <a:cxn ang="0">
                  <a:pos x="188" y="1111"/>
                </a:cxn>
                <a:cxn ang="0">
                  <a:pos x="210" y="1065"/>
                </a:cxn>
                <a:cxn ang="0">
                  <a:pos x="267" y="993"/>
                </a:cxn>
                <a:cxn ang="0">
                  <a:pos x="331" y="946"/>
                </a:cxn>
                <a:cxn ang="0">
                  <a:pos x="455" y="899"/>
                </a:cxn>
              </a:cxnLst>
              <a:rect l="0" t="0" r="r" b="b"/>
              <a:pathLst>
                <a:path w="614" h="1945">
                  <a:moveTo>
                    <a:pt x="614" y="1879"/>
                  </a:moveTo>
                  <a:lnTo>
                    <a:pt x="612" y="1792"/>
                  </a:lnTo>
                  <a:lnTo>
                    <a:pt x="611" y="1701"/>
                  </a:lnTo>
                  <a:lnTo>
                    <a:pt x="608" y="1611"/>
                  </a:lnTo>
                  <a:lnTo>
                    <a:pt x="608" y="1523"/>
                  </a:lnTo>
                  <a:lnTo>
                    <a:pt x="607" y="1342"/>
                  </a:lnTo>
                  <a:lnTo>
                    <a:pt x="605" y="1164"/>
                  </a:lnTo>
                  <a:lnTo>
                    <a:pt x="605" y="578"/>
                  </a:lnTo>
                  <a:lnTo>
                    <a:pt x="605" y="540"/>
                  </a:lnTo>
                  <a:lnTo>
                    <a:pt x="604" y="506"/>
                  </a:lnTo>
                  <a:lnTo>
                    <a:pt x="603" y="471"/>
                  </a:lnTo>
                  <a:lnTo>
                    <a:pt x="600" y="437"/>
                  </a:lnTo>
                  <a:lnTo>
                    <a:pt x="599" y="406"/>
                  </a:lnTo>
                  <a:lnTo>
                    <a:pt x="595" y="375"/>
                  </a:lnTo>
                  <a:lnTo>
                    <a:pt x="591" y="343"/>
                  </a:lnTo>
                  <a:lnTo>
                    <a:pt x="587" y="315"/>
                  </a:lnTo>
                  <a:lnTo>
                    <a:pt x="584" y="290"/>
                  </a:lnTo>
                  <a:lnTo>
                    <a:pt x="579" y="262"/>
                  </a:lnTo>
                  <a:lnTo>
                    <a:pt x="572" y="240"/>
                  </a:lnTo>
                  <a:lnTo>
                    <a:pt x="566" y="216"/>
                  </a:lnTo>
                  <a:lnTo>
                    <a:pt x="559" y="194"/>
                  </a:lnTo>
                  <a:lnTo>
                    <a:pt x="553" y="175"/>
                  </a:lnTo>
                  <a:lnTo>
                    <a:pt x="545" y="153"/>
                  </a:lnTo>
                  <a:lnTo>
                    <a:pt x="536" y="137"/>
                  </a:lnTo>
                  <a:lnTo>
                    <a:pt x="527" y="119"/>
                  </a:lnTo>
                  <a:lnTo>
                    <a:pt x="518" y="103"/>
                  </a:lnTo>
                  <a:lnTo>
                    <a:pt x="509" y="91"/>
                  </a:lnTo>
                  <a:lnTo>
                    <a:pt x="499" y="75"/>
                  </a:lnTo>
                  <a:lnTo>
                    <a:pt x="489" y="63"/>
                  </a:lnTo>
                  <a:lnTo>
                    <a:pt x="478" y="53"/>
                  </a:lnTo>
                  <a:lnTo>
                    <a:pt x="455" y="34"/>
                  </a:lnTo>
                  <a:lnTo>
                    <a:pt x="444" y="25"/>
                  </a:lnTo>
                  <a:lnTo>
                    <a:pt x="431" y="19"/>
                  </a:lnTo>
                  <a:lnTo>
                    <a:pt x="418" y="13"/>
                  </a:lnTo>
                  <a:lnTo>
                    <a:pt x="405" y="9"/>
                  </a:lnTo>
                  <a:lnTo>
                    <a:pt x="392" y="3"/>
                  </a:lnTo>
                  <a:lnTo>
                    <a:pt x="378" y="3"/>
                  </a:lnTo>
                  <a:lnTo>
                    <a:pt x="364" y="0"/>
                  </a:lnTo>
                  <a:lnTo>
                    <a:pt x="349" y="0"/>
                  </a:lnTo>
                  <a:lnTo>
                    <a:pt x="323" y="3"/>
                  </a:lnTo>
                  <a:lnTo>
                    <a:pt x="296" y="6"/>
                  </a:lnTo>
                  <a:lnTo>
                    <a:pt x="268" y="13"/>
                  </a:lnTo>
                  <a:lnTo>
                    <a:pt x="240" y="25"/>
                  </a:lnTo>
                  <a:lnTo>
                    <a:pt x="213" y="38"/>
                  </a:lnTo>
                  <a:lnTo>
                    <a:pt x="186" y="50"/>
                  </a:lnTo>
                  <a:lnTo>
                    <a:pt x="159" y="69"/>
                  </a:lnTo>
                  <a:lnTo>
                    <a:pt x="133" y="84"/>
                  </a:lnTo>
                  <a:lnTo>
                    <a:pt x="127" y="94"/>
                  </a:lnTo>
                  <a:lnTo>
                    <a:pt x="115" y="103"/>
                  </a:lnTo>
                  <a:lnTo>
                    <a:pt x="99" y="119"/>
                  </a:lnTo>
                  <a:lnTo>
                    <a:pt x="93" y="128"/>
                  </a:lnTo>
                  <a:lnTo>
                    <a:pt x="88" y="141"/>
                  </a:lnTo>
                  <a:lnTo>
                    <a:pt x="87" y="203"/>
                  </a:lnTo>
                  <a:lnTo>
                    <a:pt x="86" y="269"/>
                  </a:lnTo>
                  <a:lnTo>
                    <a:pt x="83" y="400"/>
                  </a:lnTo>
                  <a:lnTo>
                    <a:pt x="95" y="418"/>
                  </a:lnTo>
                  <a:lnTo>
                    <a:pt x="123" y="387"/>
                  </a:lnTo>
                  <a:lnTo>
                    <a:pt x="150" y="362"/>
                  </a:lnTo>
                  <a:lnTo>
                    <a:pt x="177" y="337"/>
                  </a:lnTo>
                  <a:lnTo>
                    <a:pt x="191" y="328"/>
                  </a:lnTo>
                  <a:lnTo>
                    <a:pt x="204" y="319"/>
                  </a:lnTo>
                  <a:lnTo>
                    <a:pt x="217" y="309"/>
                  </a:lnTo>
                  <a:lnTo>
                    <a:pt x="231" y="303"/>
                  </a:lnTo>
                  <a:lnTo>
                    <a:pt x="244" y="297"/>
                  </a:lnTo>
                  <a:lnTo>
                    <a:pt x="258" y="290"/>
                  </a:lnTo>
                  <a:lnTo>
                    <a:pt x="273" y="287"/>
                  </a:lnTo>
                  <a:lnTo>
                    <a:pt x="287" y="284"/>
                  </a:lnTo>
                  <a:lnTo>
                    <a:pt x="303" y="281"/>
                  </a:lnTo>
                  <a:lnTo>
                    <a:pt x="318" y="281"/>
                  </a:lnTo>
                  <a:lnTo>
                    <a:pt x="336" y="284"/>
                  </a:lnTo>
                  <a:lnTo>
                    <a:pt x="344" y="284"/>
                  </a:lnTo>
                  <a:lnTo>
                    <a:pt x="351" y="287"/>
                  </a:lnTo>
                  <a:lnTo>
                    <a:pt x="367" y="294"/>
                  </a:lnTo>
                  <a:lnTo>
                    <a:pt x="381" y="300"/>
                  </a:lnTo>
                  <a:lnTo>
                    <a:pt x="392" y="312"/>
                  </a:lnTo>
                  <a:lnTo>
                    <a:pt x="404" y="325"/>
                  </a:lnTo>
                  <a:lnTo>
                    <a:pt x="413" y="340"/>
                  </a:lnTo>
                  <a:lnTo>
                    <a:pt x="418" y="350"/>
                  </a:lnTo>
                  <a:lnTo>
                    <a:pt x="422" y="359"/>
                  </a:lnTo>
                  <a:lnTo>
                    <a:pt x="426" y="372"/>
                  </a:lnTo>
                  <a:lnTo>
                    <a:pt x="430" y="381"/>
                  </a:lnTo>
                  <a:lnTo>
                    <a:pt x="436" y="406"/>
                  </a:lnTo>
                  <a:lnTo>
                    <a:pt x="441" y="431"/>
                  </a:lnTo>
                  <a:lnTo>
                    <a:pt x="446" y="462"/>
                  </a:lnTo>
                  <a:lnTo>
                    <a:pt x="449" y="493"/>
                  </a:lnTo>
                  <a:lnTo>
                    <a:pt x="451" y="528"/>
                  </a:lnTo>
                  <a:lnTo>
                    <a:pt x="453" y="565"/>
                  </a:lnTo>
                  <a:lnTo>
                    <a:pt x="453" y="606"/>
                  </a:lnTo>
                  <a:lnTo>
                    <a:pt x="453" y="634"/>
                  </a:lnTo>
                  <a:lnTo>
                    <a:pt x="408" y="649"/>
                  </a:lnTo>
                  <a:lnTo>
                    <a:pt x="363" y="665"/>
                  </a:lnTo>
                  <a:lnTo>
                    <a:pt x="317" y="684"/>
                  </a:lnTo>
                  <a:lnTo>
                    <a:pt x="272" y="706"/>
                  </a:lnTo>
                  <a:lnTo>
                    <a:pt x="258" y="712"/>
                  </a:lnTo>
                  <a:lnTo>
                    <a:pt x="244" y="721"/>
                  </a:lnTo>
                  <a:lnTo>
                    <a:pt x="218" y="737"/>
                  </a:lnTo>
                  <a:lnTo>
                    <a:pt x="192" y="759"/>
                  </a:lnTo>
                  <a:lnTo>
                    <a:pt x="168" y="781"/>
                  </a:lnTo>
                  <a:lnTo>
                    <a:pt x="156" y="793"/>
                  </a:lnTo>
                  <a:lnTo>
                    <a:pt x="145" y="805"/>
                  </a:lnTo>
                  <a:lnTo>
                    <a:pt x="135" y="818"/>
                  </a:lnTo>
                  <a:lnTo>
                    <a:pt x="123" y="834"/>
                  </a:lnTo>
                  <a:lnTo>
                    <a:pt x="102" y="865"/>
                  </a:lnTo>
                  <a:lnTo>
                    <a:pt x="82" y="899"/>
                  </a:lnTo>
                  <a:lnTo>
                    <a:pt x="73" y="918"/>
                  </a:lnTo>
                  <a:lnTo>
                    <a:pt x="64" y="937"/>
                  </a:lnTo>
                  <a:lnTo>
                    <a:pt x="55" y="958"/>
                  </a:lnTo>
                  <a:lnTo>
                    <a:pt x="47" y="980"/>
                  </a:lnTo>
                  <a:lnTo>
                    <a:pt x="40" y="1002"/>
                  </a:lnTo>
                  <a:lnTo>
                    <a:pt x="33" y="1027"/>
                  </a:lnTo>
                  <a:lnTo>
                    <a:pt x="28" y="1055"/>
                  </a:lnTo>
                  <a:lnTo>
                    <a:pt x="22" y="1080"/>
                  </a:lnTo>
                  <a:lnTo>
                    <a:pt x="18" y="1111"/>
                  </a:lnTo>
                  <a:lnTo>
                    <a:pt x="13" y="1140"/>
                  </a:lnTo>
                  <a:lnTo>
                    <a:pt x="10" y="1171"/>
                  </a:lnTo>
                  <a:lnTo>
                    <a:pt x="6" y="1202"/>
                  </a:lnTo>
                  <a:lnTo>
                    <a:pt x="4" y="1236"/>
                  </a:lnTo>
                  <a:lnTo>
                    <a:pt x="2" y="1271"/>
                  </a:lnTo>
                  <a:lnTo>
                    <a:pt x="1" y="1308"/>
                  </a:lnTo>
                  <a:lnTo>
                    <a:pt x="0" y="1346"/>
                  </a:lnTo>
                  <a:lnTo>
                    <a:pt x="1" y="1380"/>
                  </a:lnTo>
                  <a:lnTo>
                    <a:pt x="1" y="1411"/>
                  </a:lnTo>
                  <a:lnTo>
                    <a:pt x="4" y="1445"/>
                  </a:lnTo>
                  <a:lnTo>
                    <a:pt x="5" y="1477"/>
                  </a:lnTo>
                  <a:lnTo>
                    <a:pt x="8" y="1505"/>
                  </a:lnTo>
                  <a:lnTo>
                    <a:pt x="11" y="1536"/>
                  </a:lnTo>
                  <a:lnTo>
                    <a:pt x="15" y="1564"/>
                  </a:lnTo>
                  <a:lnTo>
                    <a:pt x="19" y="1592"/>
                  </a:lnTo>
                  <a:lnTo>
                    <a:pt x="24" y="1617"/>
                  </a:lnTo>
                  <a:lnTo>
                    <a:pt x="29" y="1645"/>
                  </a:lnTo>
                  <a:lnTo>
                    <a:pt x="34" y="1670"/>
                  </a:lnTo>
                  <a:lnTo>
                    <a:pt x="41" y="1692"/>
                  </a:lnTo>
                  <a:lnTo>
                    <a:pt x="47" y="1717"/>
                  </a:lnTo>
                  <a:lnTo>
                    <a:pt x="55" y="1739"/>
                  </a:lnTo>
                  <a:lnTo>
                    <a:pt x="63" y="1761"/>
                  </a:lnTo>
                  <a:lnTo>
                    <a:pt x="72" y="1779"/>
                  </a:lnTo>
                  <a:lnTo>
                    <a:pt x="79" y="1801"/>
                  </a:lnTo>
                  <a:lnTo>
                    <a:pt x="90" y="1817"/>
                  </a:lnTo>
                  <a:lnTo>
                    <a:pt x="99" y="1836"/>
                  </a:lnTo>
                  <a:lnTo>
                    <a:pt x="109" y="1851"/>
                  </a:lnTo>
                  <a:lnTo>
                    <a:pt x="119" y="1867"/>
                  </a:lnTo>
                  <a:lnTo>
                    <a:pt x="129" y="1879"/>
                  </a:lnTo>
                  <a:lnTo>
                    <a:pt x="140" y="1892"/>
                  </a:lnTo>
                  <a:lnTo>
                    <a:pt x="151" y="1901"/>
                  </a:lnTo>
                  <a:lnTo>
                    <a:pt x="163" y="1911"/>
                  </a:lnTo>
                  <a:lnTo>
                    <a:pt x="174" y="1920"/>
                  </a:lnTo>
                  <a:lnTo>
                    <a:pt x="186" y="1926"/>
                  </a:lnTo>
                  <a:lnTo>
                    <a:pt x="199" y="1932"/>
                  </a:lnTo>
                  <a:lnTo>
                    <a:pt x="212" y="1939"/>
                  </a:lnTo>
                  <a:lnTo>
                    <a:pt x="224" y="1942"/>
                  </a:lnTo>
                  <a:lnTo>
                    <a:pt x="238" y="1945"/>
                  </a:lnTo>
                  <a:lnTo>
                    <a:pt x="253" y="1945"/>
                  </a:lnTo>
                  <a:lnTo>
                    <a:pt x="267" y="1945"/>
                  </a:lnTo>
                  <a:lnTo>
                    <a:pt x="281" y="1942"/>
                  </a:lnTo>
                  <a:lnTo>
                    <a:pt x="294" y="1939"/>
                  </a:lnTo>
                  <a:lnTo>
                    <a:pt x="308" y="1932"/>
                  </a:lnTo>
                  <a:lnTo>
                    <a:pt x="321" y="1926"/>
                  </a:lnTo>
                  <a:lnTo>
                    <a:pt x="333" y="1920"/>
                  </a:lnTo>
                  <a:lnTo>
                    <a:pt x="348" y="1911"/>
                  </a:lnTo>
                  <a:lnTo>
                    <a:pt x="360" y="1898"/>
                  </a:lnTo>
                  <a:lnTo>
                    <a:pt x="373" y="1889"/>
                  </a:lnTo>
                  <a:lnTo>
                    <a:pt x="385" y="1873"/>
                  </a:lnTo>
                  <a:lnTo>
                    <a:pt x="398" y="1858"/>
                  </a:lnTo>
                  <a:lnTo>
                    <a:pt x="409" y="1842"/>
                  </a:lnTo>
                  <a:lnTo>
                    <a:pt x="421" y="1826"/>
                  </a:lnTo>
                  <a:lnTo>
                    <a:pt x="432" y="1804"/>
                  </a:lnTo>
                  <a:lnTo>
                    <a:pt x="442" y="1786"/>
                  </a:lnTo>
                  <a:lnTo>
                    <a:pt x="453" y="1764"/>
                  </a:lnTo>
                  <a:lnTo>
                    <a:pt x="453" y="1889"/>
                  </a:lnTo>
                  <a:lnTo>
                    <a:pt x="459" y="1914"/>
                  </a:lnTo>
                  <a:lnTo>
                    <a:pt x="534" y="1904"/>
                  </a:lnTo>
                  <a:lnTo>
                    <a:pt x="607" y="1898"/>
                  </a:lnTo>
                  <a:lnTo>
                    <a:pt x="614" y="1879"/>
                  </a:lnTo>
                  <a:close/>
                  <a:moveTo>
                    <a:pt x="455" y="1495"/>
                  </a:moveTo>
                  <a:lnTo>
                    <a:pt x="446" y="1514"/>
                  </a:lnTo>
                  <a:lnTo>
                    <a:pt x="437" y="1533"/>
                  </a:lnTo>
                  <a:lnTo>
                    <a:pt x="428" y="1548"/>
                  </a:lnTo>
                  <a:lnTo>
                    <a:pt x="419" y="1564"/>
                  </a:lnTo>
                  <a:lnTo>
                    <a:pt x="409" y="1580"/>
                  </a:lnTo>
                  <a:lnTo>
                    <a:pt x="400" y="1592"/>
                  </a:lnTo>
                  <a:lnTo>
                    <a:pt x="390" y="1605"/>
                  </a:lnTo>
                  <a:lnTo>
                    <a:pt x="380" y="1614"/>
                  </a:lnTo>
                  <a:lnTo>
                    <a:pt x="358" y="1633"/>
                  </a:lnTo>
                  <a:lnTo>
                    <a:pt x="348" y="1639"/>
                  </a:lnTo>
                  <a:lnTo>
                    <a:pt x="336" y="1642"/>
                  </a:lnTo>
                  <a:lnTo>
                    <a:pt x="314" y="1651"/>
                  </a:lnTo>
                  <a:lnTo>
                    <a:pt x="292" y="1651"/>
                  </a:lnTo>
                  <a:lnTo>
                    <a:pt x="277" y="1651"/>
                  </a:lnTo>
                  <a:lnTo>
                    <a:pt x="263" y="1645"/>
                  </a:lnTo>
                  <a:lnTo>
                    <a:pt x="249" y="1639"/>
                  </a:lnTo>
                  <a:lnTo>
                    <a:pt x="236" y="1630"/>
                  </a:lnTo>
                  <a:lnTo>
                    <a:pt x="224" y="1617"/>
                  </a:lnTo>
                  <a:lnTo>
                    <a:pt x="213" y="1602"/>
                  </a:lnTo>
                  <a:lnTo>
                    <a:pt x="203" y="1583"/>
                  </a:lnTo>
                  <a:lnTo>
                    <a:pt x="199" y="1570"/>
                  </a:lnTo>
                  <a:lnTo>
                    <a:pt x="194" y="1561"/>
                  </a:lnTo>
                  <a:lnTo>
                    <a:pt x="190" y="1548"/>
                  </a:lnTo>
                  <a:lnTo>
                    <a:pt x="185" y="1536"/>
                  </a:lnTo>
                  <a:lnTo>
                    <a:pt x="178" y="1511"/>
                  </a:lnTo>
                  <a:lnTo>
                    <a:pt x="172" y="1486"/>
                  </a:lnTo>
                  <a:lnTo>
                    <a:pt x="167" y="1458"/>
                  </a:lnTo>
                  <a:lnTo>
                    <a:pt x="163" y="1427"/>
                  </a:lnTo>
                  <a:lnTo>
                    <a:pt x="160" y="1411"/>
                  </a:lnTo>
                  <a:lnTo>
                    <a:pt x="159" y="1395"/>
                  </a:lnTo>
                  <a:lnTo>
                    <a:pt x="158" y="1361"/>
                  </a:lnTo>
                  <a:lnTo>
                    <a:pt x="156" y="1324"/>
                  </a:lnTo>
                  <a:lnTo>
                    <a:pt x="159" y="1283"/>
                  </a:lnTo>
                  <a:lnTo>
                    <a:pt x="159" y="1261"/>
                  </a:lnTo>
                  <a:lnTo>
                    <a:pt x="161" y="1243"/>
                  </a:lnTo>
                  <a:lnTo>
                    <a:pt x="163" y="1224"/>
                  </a:lnTo>
                  <a:lnTo>
                    <a:pt x="165" y="1205"/>
                  </a:lnTo>
                  <a:lnTo>
                    <a:pt x="168" y="1189"/>
                  </a:lnTo>
                  <a:lnTo>
                    <a:pt x="172" y="1174"/>
                  </a:lnTo>
                  <a:lnTo>
                    <a:pt x="179" y="1143"/>
                  </a:lnTo>
                  <a:lnTo>
                    <a:pt x="183" y="1127"/>
                  </a:lnTo>
                  <a:lnTo>
                    <a:pt x="188" y="1111"/>
                  </a:lnTo>
                  <a:lnTo>
                    <a:pt x="194" y="1099"/>
                  </a:lnTo>
                  <a:lnTo>
                    <a:pt x="199" y="1086"/>
                  </a:lnTo>
                  <a:lnTo>
                    <a:pt x="204" y="1074"/>
                  </a:lnTo>
                  <a:lnTo>
                    <a:pt x="210" y="1065"/>
                  </a:lnTo>
                  <a:lnTo>
                    <a:pt x="223" y="1043"/>
                  </a:lnTo>
                  <a:lnTo>
                    <a:pt x="237" y="1024"/>
                  </a:lnTo>
                  <a:lnTo>
                    <a:pt x="251" y="1008"/>
                  </a:lnTo>
                  <a:lnTo>
                    <a:pt x="267" y="993"/>
                  </a:lnTo>
                  <a:lnTo>
                    <a:pt x="282" y="977"/>
                  </a:lnTo>
                  <a:lnTo>
                    <a:pt x="298" y="965"/>
                  </a:lnTo>
                  <a:lnTo>
                    <a:pt x="314" y="955"/>
                  </a:lnTo>
                  <a:lnTo>
                    <a:pt x="331" y="946"/>
                  </a:lnTo>
                  <a:lnTo>
                    <a:pt x="364" y="930"/>
                  </a:lnTo>
                  <a:lnTo>
                    <a:pt x="396" y="918"/>
                  </a:lnTo>
                  <a:lnTo>
                    <a:pt x="426" y="909"/>
                  </a:lnTo>
                  <a:lnTo>
                    <a:pt x="455" y="899"/>
                  </a:lnTo>
                  <a:lnTo>
                    <a:pt x="455" y="149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47851" name="Rectangle 11"/>
          <p:cNvSpPr>
            <a:spLocks noChangeArrowheads="1"/>
          </p:cNvSpPr>
          <p:nvPr/>
        </p:nvSpPr>
        <p:spPr bwMode="auto">
          <a:xfrm>
            <a:off x="1543050" y="3975100"/>
            <a:ext cx="4846638" cy="560388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/>
            <a:endParaRPr lang="pt-BR"/>
          </a:p>
        </p:txBody>
      </p:sp>
      <p:sp>
        <p:nvSpPr>
          <p:cNvPr id="547852" name="Text Box 12"/>
          <p:cNvSpPr txBox="1">
            <a:spLocks noChangeArrowheads="1"/>
          </p:cNvSpPr>
          <p:nvPr/>
        </p:nvSpPr>
        <p:spPr bwMode="white">
          <a:xfrm>
            <a:off x="1343025" y="620713"/>
            <a:ext cx="5341938" cy="48609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274320" tIns="0" rIns="92985" bIns="46493"/>
          <a:lstStyle/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Necessidades Oi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Arquitetura da solução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Modelos de Configuração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</a:rPr>
              <a:t>Objetos de Banco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Ambiente Unix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Erros</a:t>
            </a:r>
          </a:p>
          <a:p>
            <a:pPr>
              <a:lnSpc>
                <a:spcPct val="175000"/>
              </a:lnSpc>
              <a:spcBef>
                <a:spcPct val="0"/>
              </a:spcBef>
            </a:pPr>
            <a:r>
              <a:rPr lang="pt-BR">
                <a:solidFill>
                  <a:schemeClr val="bg1"/>
                </a:solidFill>
                <a:cs typeface="Arial" charset="0"/>
              </a:rPr>
              <a:t>Dúvidas</a:t>
            </a:r>
            <a:endParaRPr lang="pt-BR">
              <a:solidFill>
                <a:schemeClr val="bg1"/>
              </a:solidFill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  <a:p>
            <a:pPr>
              <a:lnSpc>
                <a:spcPct val="175000"/>
              </a:lnSpc>
              <a:spcBef>
                <a:spcPct val="0"/>
              </a:spcBef>
            </a:pPr>
            <a:endParaRPr lang="pt-BR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547853" name="Rectangle 13"/>
          <p:cNvSpPr>
            <a:spLocks noChangeArrowheads="1"/>
          </p:cNvSpPr>
          <p:nvPr/>
        </p:nvSpPr>
        <p:spPr bwMode="auto">
          <a:xfrm>
            <a:off x="6400800" y="0"/>
            <a:ext cx="758825" cy="6870700"/>
          </a:xfrm>
          <a:prstGeom prst="rect">
            <a:avLst/>
          </a:prstGeom>
          <a:solidFill>
            <a:schemeClr val="accent1">
              <a:alpha val="35001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lIns="274320" tIns="46493" rIns="92985" bIns="46493" anchor="ctr"/>
          <a:lstStyle/>
          <a:p>
            <a:pPr algn="ctr"/>
            <a:endParaRPr lang="pt-BR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0A4F60-7A68-4222-87F6-81439C286630}" type="slidenum">
              <a:rPr lang="en-US"/>
              <a:pPr/>
              <a:t>31</a:t>
            </a:fld>
            <a:endParaRPr lang="en-US"/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Erros  - </a:t>
            </a:r>
            <a:r>
              <a:rPr lang="pt-BR" i="1"/>
              <a:t>Diretórios</a:t>
            </a:r>
          </a:p>
        </p:txBody>
      </p:sp>
      <p:pic>
        <p:nvPicPr>
          <p:cNvPr id="513029" name="Picture 5"/>
          <p:cNvPicPr>
            <a:picLocks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95313" y="1535113"/>
            <a:ext cx="7643812" cy="3816350"/>
          </a:xfrm>
          <a:noFill/>
          <a:ln/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D44E98-FCBA-451C-9450-494AB536053E}" type="slidenum">
              <a:rPr lang="en-US"/>
              <a:pPr/>
              <a:t>32</a:t>
            </a:fld>
            <a:endParaRPr lang="en-US"/>
          </a:p>
        </p:txBody>
      </p:sp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Erros  - Variáveis de ambiente</a:t>
            </a:r>
            <a:endParaRPr lang="pt-BR" i="1"/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As seguintes variáveis de ambiente do Kenan deverão estar configuradas:</a:t>
            </a:r>
          </a:p>
          <a:p>
            <a:r>
              <a:rPr lang="pt-BR" sz="2000"/>
              <a:t>$ARBORDIR </a:t>
            </a:r>
          </a:p>
          <a:p>
            <a:r>
              <a:rPr lang="pt-BR" sz="2000"/>
              <a:t>$FXBASE </a:t>
            </a:r>
          </a:p>
          <a:p>
            <a:r>
              <a:rPr lang="pt-BR" sz="2000"/>
              <a:t>$SEC_HOME </a:t>
            </a:r>
          </a:p>
          <a:p>
            <a:r>
              <a:rPr lang="pt-BR" sz="2000"/>
              <a:t>$SEC_SERVER_HOME</a:t>
            </a:r>
          </a:p>
          <a:p>
            <a:r>
              <a:rPr lang="pt-BR" sz="2000"/>
              <a:t>$SEC_UI_HOME</a:t>
            </a:r>
          </a:p>
          <a:p>
            <a:r>
              <a:rPr lang="pt-BR" sz="2000"/>
              <a:t>$TUXDIR</a:t>
            </a:r>
          </a:p>
          <a:p>
            <a:r>
              <a:rPr lang="pt-BR" sz="2000"/>
              <a:t>$TUXCONFIG</a:t>
            </a:r>
          </a:p>
          <a:p>
            <a:r>
              <a:rPr lang="pt-BR" sz="2000"/>
              <a:t>$TUXPATH</a:t>
            </a:r>
          </a:p>
          <a:p>
            <a:r>
              <a:rPr lang="pt-BR" sz="2000"/>
              <a:t>$TUXLIBS</a:t>
            </a:r>
            <a:endParaRPr lang="en-US" sz="20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3B5B7-DB64-4E05-B107-4DFC6E2E6D2B}" type="slidenum">
              <a:rPr lang="en-US"/>
              <a:pPr/>
              <a:t>33</a:t>
            </a:fld>
            <a:endParaRPr lang="en-US"/>
          </a:p>
        </p:txBody>
      </p: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Erros - Interface</a:t>
            </a:r>
            <a:r>
              <a:rPr lang="pt-BR" i="1"/>
              <a:t> </a:t>
            </a:r>
          </a:p>
        </p:txBody>
      </p:sp>
      <p:graphicFrame>
        <p:nvGraphicFramePr>
          <p:cNvPr id="533507" name="Group 3"/>
          <p:cNvGraphicFramePr>
            <a:graphicFrameLocks noGrp="1"/>
          </p:cNvGraphicFramePr>
          <p:nvPr>
            <p:ph sz="half" idx="2"/>
          </p:nvPr>
        </p:nvGraphicFramePr>
        <p:xfrm>
          <a:off x="411163" y="1223963"/>
          <a:ext cx="7826375" cy="4694874"/>
        </p:xfrm>
        <a:graphic>
          <a:graphicData uri="http://schemas.openxmlformats.org/drawingml/2006/table">
            <a:tbl>
              <a:tblPr/>
              <a:tblGrid>
                <a:gridCol w="3841750"/>
                <a:gridCol w="3984625"/>
              </a:tblGrid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100=Internal fatal error!  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???? 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101=Não foi possível iniciar o arquivo de credenciamento.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Arquivo de  Password do API/TS não encontrado ou password inválida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102=Mensagem duplicada.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Mensagem(configuração) já criada com sucesso na base de dados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103=Falha de conexão entre FXConfigurator e Tuxedo.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Tuxedo não ativo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104=Falha ao inicializar transação no Arbor.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Web Service não ativo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105=Falha ao finalizar transação no Arbor.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???? 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106=Falha ao tentar cancelar a transação no Arbor.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????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107=Falha gerando ação "Criar Nova Configuração" no Arbor.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????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108=Falha na chamado ao FX.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 Tuxedo não ativo novamente ??/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109=Falha gerando ação "Remover Configuração" no Arbor.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110=Mensagem não localizada. 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Mensagem que se pretende remover, não encontrada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2813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111=Falha removendo configuração, tabela CONF_MESSAGE_IDS incosistente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BCBCD-126A-4A1A-9E13-7B865FB76A6E}" type="slidenum">
              <a:rPr lang="en-US"/>
              <a:pPr/>
              <a:t>34</a:t>
            </a:fld>
            <a:endParaRPr lang="en-US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Dúvidas</a:t>
            </a:r>
            <a:endParaRPr lang="en-US"/>
          </a:p>
        </p:txBody>
      </p:sp>
      <p:sp>
        <p:nvSpPr>
          <p:cNvPr id="400412" name="Rectangle 28"/>
          <p:cNvSpPr>
            <a:spLocks noGrp="1" noChangeArrowheads="1"/>
          </p:cNvSpPr>
          <p:nvPr>
            <p:ph type="body" idx="1"/>
          </p:nvPr>
        </p:nvSpPr>
        <p:spPr>
          <a:xfrm>
            <a:off x="730250" y="1200150"/>
            <a:ext cx="7618413" cy="3916363"/>
          </a:xfrm>
          <a:noFill/>
          <a:ln/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00415" name="Text Box 31"/>
          <p:cNvSpPr txBox="1">
            <a:spLocks noChangeArrowheads="1"/>
          </p:cNvSpPr>
          <p:nvPr/>
        </p:nvSpPr>
        <p:spPr bwMode="auto">
          <a:xfrm>
            <a:off x="2954338" y="1487488"/>
            <a:ext cx="3035300" cy="42211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pt-BR" sz="277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  <a:endParaRPr lang="en-US" sz="277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verse multi-slide template">
  <a:themeElements>
    <a:clrScheme name="Comverse multi-slide template 1">
      <a:dk1>
        <a:srgbClr val="003366"/>
      </a:dk1>
      <a:lt1>
        <a:srgbClr val="FFFFFF"/>
      </a:lt1>
      <a:dk2>
        <a:srgbClr val="FF6600"/>
      </a:dk2>
      <a:lt2>
        <a:srgbClr val="808080"/>
      </a:lt2>
      <a:accent1>
        <a:srgbClr val="3399CC"/>
      </a:accent1>
      <a:accent2>
        <a:srgbClr val="66CC33"/>
      </a:accent2>
      <a:accent3>
        <a:srgbClr val="FFFFFF"/>
      </a:accent3>
      <a:accent4>
        <a:srgbClr val="002A56"/>
      </a:accent4>
      <a:accent5>
        <a:srgbClr val="ADCAE2"/>
      </a:accent5>
      <a:accent6>
        <a:srgbClr val="5CB92D"/>
      </a:accent6>
      <a:hlink>
        <a:srgbClr val="FECC00"/>
      </a:hlink>
      <a:folHlink>
        <a:srgbClr val="B2B2B2"/>
      </a:folHlink>
    </a:clrScheme>
    <a:fontScheme name="Comverse multi-slide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4D4D4D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4D4D4D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omverse multi-slide template 1">
        <a:dk1>
          <a:srgbClr val="003366"/>
        </a:dk1>
        <a:lt1>
          <a:srgbClr val="FFFFFF"/>
        </a:lt1>
        <a:dk2>
          <a:srgbClr val="FF6600"/>
        </a:dk2>
        <a:lt2>
          <a:srgbClr val="808080"/>
        </a:lt2>
        <a:accent1>
          <a:srgbClr val="3399CC"/>
        </a:accent1>
        <a:accent2>
          <a:srgbClr val="66CC33"/>
        </a:accent2>
        <a:accent3>
          <a:srgbClr val="FFFFFF"/>
        </a:accent3>
        <a:accent4>
          <a:srgbClr val="002A56"/>
        </a:accent4>
        <a:accent5>
          <a:srgbClr val="ADCAE2"/>
        </a:accent5>
        <a:accent6>
          <a:srgbClr val="5CB92D"/>
        </a:accent6>
        <a:hlink>
          <a:srgbClr val="FE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verse multi-slide template 2">
        <a:dk1>
          <a:srgbClr val="003366"/>
        </a:dk1>
        <a:lt1>
          <a:srgbClr val="FFFFFF"/>
        </a:lt1>
        <a:dk2>
          <a:srgbClr val="3399CC"/>
        </a:dk2>
        <a:lt2>
          <a:srgbClr val="808080"/>
        </a:lt2>
        <a:accent1>
          <a:srgbClr val="FF6600"/>
        </a:accent1>
        <a:accent2>
          <a:srgbClr val="66CC33"/>
        </a:accent2>
        <a:accent3>
          <a:srgbClr val="FFFFFF"/>
        </a:accent3>
        <a:accent4>
          <a:srgbClr val="002A56"/>
        </a:accent4>
        <a:accent5>
          <a:srgbClr val="FFB8AA"/>
        </a:accent5>
        <a:accent6>
          <a:srgbClr val="5CB92D"/>
        </a:accent6>
        <a:hlink>
          <a:srgbClr val="FE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verse multi-slide template 3">
        <a:dk1>
          <a:srgbClr val="003366"/>
        </a:dk1>
        <a:lt1>
          <a:srgbClr val="FFFFFF"/>
        </a:lt1>
        <a:dk2>
          <a:srgbClr val="3399CC"/>
        </a:dk2>
        <a:lt2>
          <a:srgbClr val="808080"/>
        </a:lt2>
        <a:accent1>
          <a:srgbClr val="FF3399"/>
        </a:accent1>
        <a:accent2>
          <a:srgbClr val="66CC33"/>
        </a:accent2>
        <a:accent3>
          <a:srgbClr val="FFFFFF"/>
        </a:accent3>
        <a:accent4>
          <a:srgbClr val="002A56"/>
        </a:accent4>
        <a:accent5>
          <a:srgbClr val="FFADCA"/>
        </a:accent5>
        <a:accent6>
          <a:srgbClr val="5CB92D"/>
        </a:accent6>
        <a:hlink>
          <a:srgbClr val="FE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verse multi-slide template 4">
        <a:dk1>
          <a:srgbClr val="003366"/>
        </a:dk1>
        <a:lt1>
          <a:srgbClr val="FFFFFF"/>
        </a:lt1>
        <a:dk2>
          <a:srgbClr val="FF6600"/>
        </a:dk2>
        <a:lt2>
          <a:srgbClr val="808080"/>
        </a:lt2>
        <a:accent1>
          <a:srgbClr val="66CC33"/>
        </a:accent1>
        <a:accent2>
          <a:srgbClr val="3399CC"/>
        </a:accent2>
        <a:accent3>
          <a:srgbClr val="FFFFFF"/>
        </a:accent3>
        <a:accent4>
          <a:srgbClr val="002A56"/>
        </a:accent4>
        <a:accent5>
          <a:srgbClr val="B8E2AD"/>
        </a:accent5>
        <a:accent6>
          <a:srgbClr val="2D8AB9"/>
        </a:accent6>
        <a:hlink>
          <a:srgbClr val="FE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709C374FACB14285F2A374B0B7BCA5" ma:contentTypeVersion="0" ma:contentTypeDescription="Crie um novo documento." ma:contentTypeScope="" ma:versionID="429e9224becd995a943f189eb8c57b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422F0E-D9E5-44F2-A0DD-A0D1393D85EE}"/>
</file>

<file path=customXml/itemProps2.xml><?xml version="1.0" encoding="utf-8"?>
<ds:datastoreItem xmlns:ds="http://schemas.openxmlformats.org/officeDocument/2006/customXml" ds:itemID="{616E05FA-5721-4C85-AB74-7DE68B8F5587}"/>
</file>

<file path=customXml/itemProps3.xml><?xml version="1.0" encoding="utf-8"?>
<ds:datastoreItem xmlns:ds="http://schemas.openxmlformats.org/officeDocument/2006/customXml" ds:itemID="{B85178C2-83E7-4EF6-9882-894C12D736E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9664</TotalTime>
  <Words>2676</Words>
  <Application>Microsoft Office PowerPoint</Application>
  <PresentationFormat>On-screen Show (4:3)</PresentationFormat>
  <Paragraphs>712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Symbol</vt:lpstr>
      <vt:lpstr>Wingdings</vt:lpstr>
      <vt:lpstr>Times New Roman (Hebrew)</vt:lpstr>
      <vt:lpstr>Times New Roman</vt:lpstr>
      <vt:lpstr>ＭＳ Ｐゴシック</vt:lpstr>
      <vt:lpstr>Comverse multi-slide template</vt:lpstr>
      <vt:lpstr>Configurador de benefícios – Kenan FX</vt:lpstr>
      <vt:lpstr>Slide 2</vt:lpstr>
      <vt:lpstr>Necessidade Oi</vt:lpstr>
      <vt:lpstr>Slide 4</vt:lpstr>
      <vt:lpstr>Arquitetura geral da solução</vt:lpstr>
      <vt:lpstr>Arquitetura da solução – Configurador Kenan</vt:lpstr>
      <vt:lpstr>Arquitetura da solução - Características Configurador Kenan </vt:lpstr>
      <vt:lpstr>Arquitetura da solução – Web Services de criação de configuração</vt:lpstr>
      <vt:lpstr>Arquitetura da solução – Web Services de criação de configuração</vt:lpstr>
      <vt:lpstr>Arquitetura da solução – Web Services de remoção de configuração</vt:lpstr>
      <vt:lpstr>Slide 11</vt:lpstr>
      <vt:lpstr>Modelos de configuração Kenan</vt:lpstr>
      <vt:lpstr>Modelos de configuração Kenan -  Entidades configuradas no Kenan por modelo</vt:lpstr>
      <vt:lpstr>Modelos de configuração Kenan -  Entidades configuradas no Kenan por modelo</vt:lpstr>
      <vt:lpstr>Modelos de configuração Kenan -  Entidades configuradas no Kenan por modelo</vt:lpstr>
      <vt:lpstr>Slide 16</vt:lpstr>
      <vt:lpstr>Objetos de Banco  - Modelo de dados</vt:lpstr>
      <vt:lpstr>Objetos de Banco – Tabelas</vt:lpstr>
      <vt:lpstr>Objetos de Banco – Tabelas – Cont.</vt:lpstr>
      <vt:lpstr>Objetos de Banco – Tabelas – Cont.</vt:lpstr>
      <vt:lpstr>Objetos de Banco -Tabelas – Cont.</vt:lpstr>
      <vt:lpstr>Objetos de Banco – Tabelas – Cont.</vt:lpstr>
      <vt:lpstr>Objetos de Banco – Tabelas – Cont.</vt:lpstr>
      <vt:lpstr>Objetos de Banco – Outros Objetos</vt:lpstr>
      <vt:lpstr>Slide 25</vt:lpstr>
      <vt:lpstr>Ambiente Unix – Diretórios </vt:lpstr>
      <vt:lpstr>Ambiente Unix – Arquivos de configuração </vt:lpstr>
      <vt:lpstr>Ambiente Unix – Arquivos de configuração </vt:lpstr>
      <vt:lpstr>Ambiente Unix – procedimentos de Start &amp; Stop dos Web Services </vt:lpstr>
      <vt:lpstr>Slide 30</vt:lpstr>
      <vt:lpstr>Erros  - Diretórios</vt:lpstr>
      <vt:lpstr>Erros  - Variáveis de ambiente</vt:lpstr>
      <vt:lpstr>Erros - Interface </vt:lpstr>
      <vt:lpstr>Dúvidas</vt:lpstr>
    </vt:vector>
  </TitlesOfParts>
  <Company>www.in-support.com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Bloqueto e Segunda Via por e-mail</dc:title>
  <dc:creator>www.in-support.com</dc:creator>
  <dc:description>Designed and built by www.in-support.com as part of the Wiz-Kit presentation package for Comverse - Version 14th Nov 2006 - 003</dc:description>
  <cp:lastModifiedBy>mmarmute</cp:lastModifiedBy>
  <cp:revision>194</cp:revision>
  <cp:lastPrinted>2000-08-01T20:59:04Z</cp:lastPrinted>
  <dcterms:created xsi:type="dcterms:W3CDTF">2006-11-14T10:52:24Z</dcterms:created>
  <dcterms:modified xsi:type="dcterms:W3CDTF">2012-04-09T18:37:54Z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0x010100BE709C374FACB14285F2A374B0B7BCA5</vt:lpwstr>
  </property>
</Properties>
</file>